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sldIdLst>
    <p:sldId id="368" r:id="rId5"/>
    <p:sldId id="377" r:id="rId6"/>
    <p:sldId id="355" r:id="rId7"/>
    <p:sldId id="1190" r:id="rId8"/>
    <p:sldId id="807" r:id="rId9"/>
    <p:sldId id="806" r:id="rId10"/>
    <p:sldId id="1067" r:id="rId11"/>
    <p:sldId id="808" r:id="rId12"/>
    <p:sldId id="1195" r:id="rId13"/>
    <p:sldId id="1070" r:id="rId14"/>
    <p:sldId id="1191" r:id="rId15"/>
    <p:sldId id="1192" r:id="rId16"/>
    <p:sldId id="1194" r:id="rId17"/>
    <p:sldId id="1193" r:id="rId18"/>
    <p:sldId id="1197" r:id="rId19"/>
    <p:sldId id="1198" r:id="rId20"/>
    <p:sldId id="1196" r:id="rId21"/>
    <p:sldId id="1199" r:id="rId22"/>
    <p:sldId id="1200" r:id="rId23"/>
    <p:sldId id="1201" r:id="rId24"/>
    <p:sldId id="1202" r:id="rId25"/>
    <p:sldId id="1082" r:id="rId26"/>
    <p:sldId id="1083" r:id="rId27"/>
    <p:sldId id="1087" r:id="rId28"/>
    <p:sldId id="1203" r:id="rId29"/>
    <p:sldId id="1084" r:id="rId30"/>
    <p:sldId id="1085" r:id="rId31"/>
    <p:sldId id="1204" r:id="rId32"/>
    <p:sldId id="1205" r:id="rId33"/>
    <p:sldId id="1206" r:id="rId34"/>
    <p:sldId id="1208" r:id="rId35"/>
    <p:sldId id="1214" r:id="rId36"/>
    <p:sldId id="1207" r:id="rId37"/>
    <p:sldId id="1213" r:id="rId38"/>
    <p:sldId id="1086" r:id="rId39"/>
    <p:sldId id="1209" r:id="rId40"/>
    <p:sldId id="1210" r:id="rId41"/>
    <p:sldId id="1211" r:id="rId42"/>
    <p:sldId id="1212" r:id="rId43"/>
    <p:sldId id="121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FC2341-9A9E-4C28-BFFA-6B825D0AC4BA}">
          <p14:sldIdLst>
            <p14:sldId id="368"/>
            <p14:sldId id="377"/>
            <p14:sldId id="355"/>
            <p14:sldId id="1190"/>
            <p14:sldId id="807"/>
            <p14:sldId id="806"/>
            <p14:sldId id="1067"/>
            <p14:sldId id="808"/>
            <p14:sldId id="1195"/>
            <p14:sldId id="1070"/>
            <p14:sldId id="1191"/>
            <p14:sldId id="1192"/>
            <p14:sldId id="1194"/>
            <p14:sldId id="1193"/>
            <p14:sldId id="1197"/>
            <p14:sldId id="1198"/>
            <p14:sldId id="1196"/>
            <p14:sldId id="1199"/>
            <p14:sldId id="1200"/>
            <p14:sldId id="1201"/>
            <p14:sldId id="1202"/>
            <p14:sldId id="1082"/>
            <p14:sldId id="1083"/>
            <p14:sldId id="1087"/>
            <p14:sldId id="1203"/>
            <p14:sldId id="1084"/>
            <p14:sldId id="1085"/>
            <p14:sldId id="1204"/>
            <p14:sldId id="1205"/>
            <p14:sldId id="1206"/>
            <p14:sldId id="1208"/>
            <p14:sldId id="1214"/>
            <p14:sldId id="1207"/>
            <p14:sldId id="1213"/>
            <p14:sldId id="1086"/>
            <p14:sldId id="1209"/>
            <p14:sldId id="1210"/>
            <p14:sldId id="1211"/>
            <p14:sldId id="1212"/>
            <p14:sldId id="1215"/>
          </p14:sldIdLst>
        </p14:section>
        <p14:section name="Untitled Section" id="{6749A333-A8A0-4B49-BB89-BBA6695B3340}">
          <p14:sldIdLst/>
        </p14:section>
        <p14:section name="Slide Kit" id="{C335665F-6942-4633-9A59-9BC53EDA1E36}">
          <p14:sldIdLst/>
        </p14:section>
        <p14:section name="Visual Library Intro" id="{11C5BCDD-05AC-405B-8582-D9D1C38F3D19}">
          <p14:sldIdLst/>
        </p14:section>
        <p14:section name="Charts" id="{1ADCA4D3-42E5-4695-A3EB-D38C7CB856DA}">
          <p14:sldIdLst/>
        </p14:section>
        <p14:section name="Dynamic Concepts" id="{BD6A8613-C70A-4830-8CD5-8992DA66A63E}">
          <p14:sldIdLst/>
        </p14:section>
        <p14:section name="Processes" id="{BFF0953C-B47E-44EB-9494-3063F8C9756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AFFF"/>
    <a:srgbClr val="C766FF"/>
    <a:srgbClr val="BE82FF"/>
    <a:srgbClr val="D5D5D1"/>
    <a:srgbClr val="FFFFFF"/>
    <a:srgbClr val="00EB81"/>
    <a:srgbClr val="E6DCFF"/>
    <a:srgbClr val="0041F0"/>
    <a:srgbClr val="FF50A0"/>
    <a:srgbClr val="FF32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6A76A-068C-440A-A492-7B6C2344B5D6}" v="48" dt="2026-09-16T18:22:06.166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86430" autoAdjust="0"/>
  </p:normalViewPr>
  <p:slideViewPr>
    <p:cSldViewPr snapToGrid="0" showGuides="1">
      <p:cViewPr varScale="1">
        <p:scale>
          <a:sx n="64" d="100"/>
          <a:sy n="64" d="100"/>
        </p:scale>
        <p:origin x="864" y="40"/>
      </p:cViewPr>
      <p:guideLst/>
    </p:cSldViewPr>
  </p:slideViewPr>
  <p:outlineViewPr>
    <p:cViewPr>
      <p:scale>
        <a:sx n="33" d="100"/>
        <a:sy n="33" d="100"/>
      </p:scale>
      <p:origin x="0" y="-112723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, Benjamin" userId="402ee2b4-b1c5-42f0-99e2-e3ec8efd71df" providerId="ADAL" clId="{D1E8ED60-0AEB-4720-8D64-42C11E6732AF}"/>
    <pc:docChg chg="undo custSel addSld delSld modSld sldOrd modSection">
      <pc:chgData name="Mai, Benjamin" userId="402ee2b4-b1c5-42f0-99e2-e3ec8efd71df" providerId="ADAL" clId="{D1E8ED60-0AEB-4720-8D64-42C11E6732AF}" dt="2026-09-16T18:22:14.417" v="589" actId="47"/>
      <pc:docMkLst>
        <pc:docMk/>
      </pc:docMkLst>
      <pc:sldChg chg="addSp delSp modSp mod">
        <pc:chgData name="Mai, Benjamin" userId="402ee2b4-b1c5-42f0-99e2-e3ec8efd71df" providerId="ADAL" clId="{D1E8ED60-0AEB-4720-8D64-42C11E6732AF}" dt="2026-09-16T18:20:24.932" v="534" actId="20577"/>
        <pc:sldMkLst>
          <pc:docMk/>
          <pc:sldMk cId="2216513050" sldId="377"/>
        </pc:sldMkLst>
        <pc:spChg chg="add del mod">
          <ac:chgData name="Mai, Benjamin" userId="402ee2b4-b1c5-42f0-99e2-e3ec8efd71df" providerId="ADAL" clId="{D1E8ED60-0AEB-4720-8D64-42C11E6732AF}" dt="2026-09-16T18:20:24.932" v="534" actId="20577"/>
          <ac:spMkLst>
            <pc:docMk/>
            <pc:sldMk cId="2216513050" sldId="377"/>
            <ac:spMk id="5" creationId="{5A7519C1-9E16-4619-8454-11BB25938F9A}"/>
          </ac:spMkLst>
        </pc:spChg>
        <pc:spChg chg="add mod">
          <ac:chgData name="Mai, Benjamin" userId="402ee2b4-b1c5-42f0-99e2-e3ec8efd71df" providerId="ADAL" clId="{D1E8ED60-0AEB-4720-8D64-42C11E6732AF}" dt="2026-09-16T18:20:21.035" v="531"/>
          <ac:spMkLst>
            <pc:docMk/>
            <pc:sldMk cId="2216513050" sldId="377"/>
            <ac:spMk id="7" creationId="{59D694C5-B0AA-81D7-F3F9-61D60AC270C4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0:38.587" v="540"/>
        <pc:sldMkLst>
          <pc:docMk/>
          <pc:sldMk cId="3579680449" sldId="806"/>
        </pc:sldMkLst>
        <pc:spChg chg="mod">
          <ac:chgData name="Mai, Benjamin" userId="402ee2b4-b1c5-42f0-99e2-e3ec8efd71df" providerId="ADAL" clId="{D1E8ED60-0AEB-4720-8D64-42C11E6732AF}" dt="2026-09-11T09:54:19.722" v="528" actId="20577"/>
          <ac:spMkLst>
            <pc:docMk/>
            <pc:sldMk cId="3579680449" sldId="806"/>
            <ac:spMk id="2" creationId="{3070566A-870C-B059-C35C-F7C92E5CD17A}"/>
          </ac:spMkLst>
        </pc:spChg>
        <pc:spChg chg="del">
          <ac:chgData name="Mai, Benjamin" userId="402ee2b4-b1c5-42f0-99e2-e3ec8efd71df" providerId="ADAL" clId="{D1E8ED60-0AEB-4720-8D64-42C11E6732AF}" dt="2026-09-16T18:20:38.366" v="539" actId="478"/>
          <ac:spMkLst>
            <pc:docMk/>
            <pc:sldMk cId="3579680449" sldId="806"/>
            <ac:spMk id="5" creationId="{EE948EDF-B819-8A16-9637-1484C4BCBC6A}"/>
          </ac:spMkLst>
        </pc:spChg>
        <pc:spChg chg="add mod">
          <ac:chgData name="Mai, Benjamin" userId="402ee2b4-b1c5-42f0-99e2-e3ec8efd71df" providerId="ADAL" clId="{D1E8ED60-0AEB-4720-8D64-42C11E6732AF}" dt="2026-09-16T18:20:38.587" v="540"/>
          <ac:spMkLst>
            <pc:docMk/>
            <pc:sldMk cId="3579680449" sldId="806"/>
            <ac:spMk id="7" creationId="{96A2F6EE-85A3-3755-F260-8880A2109C20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0:35.394" v="538"/>
        <pc:sldMkLst>
          <pc:docMk/>
          <pc:sldMk cId="626985399" sldId="807"/>
        </pc:sldMkLst>
        <pc:spChg chg="mod">
          <ac:chgData name="Mai, Benjamin" userId="402ee2b4-b1c5-42f0-99e2-e3ec8efd71df" providerId="ADAL" clId="{D1E8ED60-0AEB-4720-8D64-42C11E6732AF}" dt="2026-09-11T09:53:47.253" v="510"/>
          <ac:spMkLst>
            <pc:docMk/>
            <pc:sldMk cId="626985399" sldId="807"/>
            <ac:spMk id="2" creationId="{DA68762C-D1E4-6F2F-FE22-D8F31ADDB820}"/>
          </ac:spMkLst>
        </pc:spChg>
        <pc:spChg chg="del mod">
          <ac:chgData name="Mai, Benjamin" userId="402ee2b4-b1c5-42f0-99e2-e3ec8efd71df" providerId="ADAL" clId="{D1E8ED60-0AEB-4720-8D64-42C11E6732AF}" dt="2026-09-16T18:20:35.394" v="538"/>
          <ac:spMkLst>
            <pc:docMk/>
            <pc:sldMk cId="626985399" sldId="807"/>
            <ac:spMk id="5" creationId="{ADFDC6C9-8699-953A-362A-798DECFDC724}"/>
          </ac:spMkLst>
        </pc:spChg>
        <pc:spChg chg="add mod">
          <ac:chgData name="Mai, Benjamin" userId="402ee2b4-b1c5-42f0-99e2-e3ec8efd71df" providerId="ADAL" clId="{D1E8ED60-0AEB-4720-8D64-42C11E6732AF}" dt="2026-09-16T18:20:35.394" v="538"/>
          <ac:spMkLst>
            <pc:docMk/>
            <pc:sldMk cId="626985399" sldId="807"/>
            <ac:spMk id="7" creationId="{1238F638-DD05-C927-620D-18930AEBEED5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0:44.510" v="543"/>
        <pc:sldMkLst>
          <pc:docMk/>
          <pc:sldMk cId="1481795151" sldId="808"/>
        </pc:sldMkLst>
        <pc:spChg chg="mod">
          <ac:chgData name="Mai, Benjamin" userId="402ee2b4-b1c5-42f0-99e2-e3ec8efd71df" providerId="ADAL" clId="{D1E8ED60-0AEB-4720-8D64-42C11E6732AF}" dt="2026-09-11T09:54:09.861" v="516" actId="20577"/>
          <ac:spMkLst>
            <pc:docMk/>
            <pc:sldMk cId="1481795151" sldId="808"/>
            <ac:spMk id="2" creationId="{2E8A6E98-0476-CED2-5CE0-AE37F666A573}"/>
          </ac:spMkLst>
        </pc:spChg>
        <pc:spChg chg="del">
          <ac:chgData name="Mai, Benjamin" userId="402ee2b4-b1c5-42f0-99e2-e3ec8efd71df" providerId="ADAL" clId="{D1E8ED60-0AEB-4720-8D64-42C11E6732AF}" dt="2026-09-16T18:20:44.167" v="542" actId="478"/>
          <ac:spMkLst>
            <pc:docMk/>
            <pc:sldMk cId="1481795151" sldId="808"/>
            <ac:spMk id="5" creationId="{344D1D2F-55BC-CADC-5836-DC36A623AFFE}"/>
          </ac:spMkLst>
        </pc:spChg>
        <pc:spChg chg="add mod">
          <ac:chgData name="Mai, Benjamin" userId="402ee2b4-b1c5-42f0-99e2-e3ec8efd71df" providerId="ADAL" clId="{D1E8ED60-0AEB-4720-8D64-42C11E6732AF}" dt="2026-09-16T18:20:44.510" v="543"/>
          <ac:spMkLst>
            <pc:docMk/>
            <pc:sldMk cId="1481795151" sldId="808"/>
            <ac:spMk id="7" creationId="{626AEEE0-441C-DE8B-557C-5893F3EF6359}"/>
          </ac:spMkLst>
        </pc:spChg>
      </pc:sldChg>
      <pc:sldChg chg="addSp modSp mod">
        <pc:chgData name="Mai, Benjamin" userId="402ee2b4-b1c5-42f0-99e2-e3ec8efd71df" providerId="ADAL" clId="{D1E8ED60-0AEB-4720-8D64-42C11E6732AF}" dt="2026-09-16T18:20:41.035" v="541"/>
        <pc:sldMkLst>
          <pc:docMk/>
          <pc:sldMk cId="2094042168" sldId="1067"/>
        </pc:sldMkLst>
        <pc:spChg chg="mod">
          <ac:chgData name="Mai, Benjamin" userId="402ee2b4-b1c5-42f0-99e2-e3ec8efd71df" providerId="ADAL" clId="{D1E8ED60-0AEB-4720-8D64-42C11E6732AF}" dt="2026-09-11T09:54:15.393" v="524" actId="20577"/>
          <ac:spMkLst>
            <pc:docMk/>
            <pc:sldMk cId="2094042168" sldId="1067"/>
            <ac:spMk id="2" creationId="{B81D04C5-5B02-5A5A-9CA8-08B77DF1FA57}"/>
          </ac:spMkLst>
        </pc:spChg>
        <pc:spChg chg="add mod">
          <ac:chgData name="Mai, Benjamin" userId="402ee2b4-b1c5-42f0-99e2-e3ec8efd71df" providerId="ADAL" clId="{D1E8ED60-0AEB-4720-8D64-42C11E6732AF}" dt="2026-09-16T18:20:41.035" v="541"/>
          <ac:spMkLst>
            <pc:docMk/>
            <pc:sldMk cId="2094042168" sldId="1067"/>
            <ac:spMk id="6" creationId="{F7376989-0FDD-3736-A625-F1CFAE564E54}"/>
          </ac:spMkLst>
        </pc:spChg>
      </pc:sldChg>
      <pc:sldChg chg="addSp modSp">
        <pc:chgData name="Mai, Benjamin" userId="402ee2b4-b1c5-42f0-99e2-e3ec8efd71df" providerId="ADAL" clId="{D1E8ED60-0AEB-4720-8D64-42C11E6732AF}" dt="2026-09-16T18:20:52.763" v="546"/>
        <pc:sldMkLst>
          <pc:docMk/>
          <pc:sldMk cId="3157049548" sldId="1070"/>
        </pc:sldMkLst>
        <pc:spChg chg="add mod">
          <ac:chgData name="Mai, Benjamin" userId="402ee2b4-b1c5-42f0-99e2-e3ec8efd71df" providerId="ADAL" clId="{D1E8ED60-0AEB-4720-8D64-42C11E6732AF}" dt="2026-09-16T18:20:52.763" v="546"/>
          <ac:spMkLst>
            <pc:docMk/>
            <pc:sldMk cId="3157049548" sldId="1070"/>
            <ac:spMk id="7" creationId="{6BD958BE-1059-0993-D2E3-A4F2DC7AAF9C}"/>
          </ac:spMkLst>
        </pc:spChg>
      </pc:sldChg>
      <pc:sldChg chg="addSp modSp">
        <pc:chgData name="Mai, Benjamin" userId="402ee2b4-b1c5-42f0-99e2-e3ec8efd71df" providerId="ADAL" clId="{D1E8ED60-0AEB-4720-8D64-42C11E6732AF}" dt="2026-09-16T18:21:28.952" v="567"/>
        <pc:sldMkLst>
          <pc:docMk/>
          <pc:sldMk cId="3148670545" sldId="1082"/>
        </pc:sldMkLst>
        <pc:spChg chg="add mod">
          <ac:chgData name="Mai, Benjamin" userId="402ee2b4-b1c5-42f0-99e2-e3ec8efd71df" providerId="ADAL" clId="{D1E8ED60-0AEB-4720-8D64-42C11E6732AF}" dt="2026-09-16T18:21:28.952" v="567"/>
          <ac:spMkLst>
            <pc:docMk/>
            <pc:sldMk cId="3148670545" sldId="1082"/>
            <ac:spMk id="7" creationId="{856EBFA0-DEAF-2BB1-3D99-AC8C283031C7}"/>
          </ac:spMkLst>
        </pc:spChg>
      </pc:sldChg>
      <pc:sldChg chg="addSp modSp">
        <pc:chgData name="Mai, Benjamin" userId="402ee2b4-b1c5-42f0-99e2-e3ec8efd71df" providerId="ADAL" clId="{D1E8ED60-0AEB-4720-8D64-42C11E6732AF}" dt="2026-09-16T18:21:31.661" v="568"/>
        <pc:sldMkLst>
          <pc:docMk/>
          <pc:sldMk cId="4088090939" sldId="1083"/>
        </pc:sldMkLst>
        <pc:spChg chg="add mod">
          <ac:chgData name="Mai, Benjamin" userId="402ee2b4-b1c5-42f0-99e2-e3ec8efd71df" providerId="ADAL" clId="{D1E8ED60-0AEB-4720-8D64-42C11E6732AF}" dt="2026-09-16T18:21:31.661" v="568"/>
          <ac:spMkLst>
            <pc:docMk/>
            <pc:sldMk cId="4088090939" sldId="1083"/>
            <ac:spMk id="9" creationId="{255823C8-3B73-73BF-78E0-AA1F16AEAF44}"/>
          </ac:spMkLst>
        </pc:spChg>
      </pc:sldChg>
      <pc:sldChg chg="addSp modSp">
        <pc:chgData name="Mai, Benjamin" userId="402ee2b4-b1c5-42f0-99e2-e3ec8efd71df" providerId="ADAL" clId="{D1E8ED60-0AEB-4720-8D64-42C11E6732AF}" dt="2026-09-16T18:21:36.967" v="571"/>
        <pc:sldMkLst>
          <pc:docMk/>
          <pc:sldMk cId="503935301" sldId="1084"/>
        </pc:sldMkLst>
        <pc:spChg chg="add mod">
          <ac:chgData name="Mai, Benjamin" userId="402ee2b4-b1c5-42f0-99e2-e3ec8efd71df" providerId="ADAL" clId="{D1E8ED60-0AEB-4720-8D64-42C11E6732AF}" dt="2026-09-16T18:21:36.967" v="571"/>
          <ac:spMkLst>
            <pc:docMk/>
            <pc:sldMk cId="503935301" sldId="1084"/>
            <ac:spMk id="7" creationId="{22525264-59D9-0D3B-2FCD-1764BF949233}"/>
          </ac:spMkLst>
        </pc:spChg>
      </pc:sldChg>
      <pc:sldChg chg="addSp modSp">
        <pc:chgData name="Mai, Benjamin" userId="402ee2b4-b1c5-42f0-99e2-e3ec8efd71df" providerId="ADAL" clId="{D1E8ED60-0AEB-4720-8D64-42C11E6732AF}" dt="2026-09-16T18:21:38.515" v="572"/>
        <pc:sldMkLst>
          <pc:docMk/>
          <pc:sldMk cId="1957321852" sldId="1085"/>
        </pc:sldMkLst>
        <pc:spChg chg="add mod">
          <ac:chgData name="Mai, Benjamin" userId="402ee2b4-b1c5-42f0-99e2-e3ec8efd71df" providerId="ADAL" clId="{D1E8ED60-0AEB-4720-8D64-42C11E6732AF}" dt="2026-09-16T18:21:38.515" v="572"/>
          <ac:spMkLst>
            <pc:docMk/>
            <pc:sldMk cId="1957321852" sldId="1085"/>
            <ac:spMk id="7" creationId="{F919D0E5-A2D7-86A1-9B46-AAFF004C1A4D}"/>
          </ac:spMkLst>
        </pc:spChg>
      </pc:sldChg>
      <pc:sldChg chg="addSp modSp">
        <pc:chgData name="Mai, Benjamin" userId="402ee2b4-b1c5-42f0-99e2-e3ec8efd71df" providerId="ADAL" clId="{D1E8ED60-0AEB-4720-8D64-42C11E6732AF}" dt="2026-09-16T18:21:54.806" v="580"/>
        <pc:sldMkLst>
          <pc:docMk/>
          <pc:sldMk cId="2935616477" sldId="1086"/>
        </pc:sldMkLst>
        <pc:spChg chg="add mod">
          <ac:chgData name="Mai, Benjamin" userId="402ee2b4-b1c5-42f0-99e2-e3ec8efd71df" providerId="ADAL" clId="{D1E8ED60-0AEB-4720-8D64-42C11E6732AF}" dt="2026-09-16T18:21:54.806" v="580"/>
          <ac:spMkLst>
            <pc:docMk/>
            <pc:sldMk cId="2935616477" sldId="1086"/>
            <ac:spMk id="7" creationId="{B3BD4DA9-4C76-F55E-7471-CD9BBD53FCE1}"/>
          </ac:spMkLst>
        </pc:spChg>
      </pc:sldChg>
      <pc:sldChg chg="addSp modSp">
        <pc:chgData name="Mai, Benjamin" userId="402ee2b4-b1c5-42f0-99e2-e3ec8efd71df" providerId="ADAL" clId="{D1E8ED60-0AEB-4720-8D64-42C11E6732AF}" dt="2026-09-16T18:21:32.991" v="569"/>
        <pc:sldMkLst>
          <pc:docMk/>
          <pc:sldMk cId="2589993617" sldId="1087"/>
        </pc:sldMkLst>
        <pc:spChg chg="add mod">
          <ac:chgData name="Mai, Benjamin" userId="402ee2b4-b1c5-42f0-99e2-e3ec8efd71df" providerId="ADAL" clId="{D1E8ED60-0AEB-4720-8D64-42C11E6732AF}" dt="2026-09-16T18:21:32.991" v="569"/>
          <ac:spMkLst>
            <pc:docMk/>
            <pc:sldMk cId="2589993617" sldId="1087"/>
            <ac:spMk id="7" creationId="{00230B7A-C985-5158-3F00-63AD8B4B1895}"/>
          </ac:spMkLst>
        </pc:spChg>
      </pc:sldChg>
      <pc:sldChg chg="addSp modSp">
        <pc:chgData name="Mai, Benjamin" userId="402ee2b4-b1c5-42f0-99e2-e3ec8efd71df" providerId="ADAL" clId="{D1E8ED60-0AEB-4720-8D64-42C11E6732AF}" dt="2026-09-16T18:20:31.300" v="535"/>
        <pc:sldMkLst>
          <pc:docMk/>
          <pc:sldMk cId="4260522162" sldId="1190"/>
        </pc:sldMkLst>
        <pc:spChg chg="add mod">
          <ac:chgData name="Mai, Benjamin" userId="402ee2b4-b1c5-42f0-99e2-e3ec8efd71df" providerId="ADAL" clId="{D1E8ED60-0AEB-4720-8D64-42C11E6732AF}" dt="2026-09-16T18:20:31.300" v="535"/>
          <ac:spMkLst>
            <pc:docMk/>
            <pc:sldMk cId="4260522162" sldId="1190"/>
            <ac:spMk id="7" creationId="{EFC0FCCE-1E98-FEAC-14A1-456B228D3CC1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0:55.763" v="548"/>
        <pc:sldMkLst>
          <pc:docMk/>
          <pc:sldMk cId="3948551536" sldId="1191"/>
        </pc:sldMkLst>
        <pc:spChg chg="del">
          <ac:chgData name="Mai, Benjamin" userId="402ee2b4-b1c5-42f0-99e2-e3ec8efd71df" providerId="ADAL" clId="{D1E8ED60-0AEB-4720-8D64-42C11E6732AF}" dt="2026-09-16T18:20:55.371" v="547" actId="478"/>
          <ac:spMkLst>
            <pc:docMk/>
            <pc:sldMk cId="3948551536" sldId="1191"/>
            <ac:spMk id="5" creationId="{3E3DA264-CD46-4EFB-FE7C-E6EA150B1D0C}"/>
          </ac:spMkLst>
        </pc:spChg>
        <pc:spChg chg="add mod">
          <ac:chgData name="Mai, Benjamin" userId="402ee2b4-b1c5-42f0-99e2-e3ec8efd71df" providerId="ADAL" clId="{D1E8ED60-0AEB-4720-8D64-42C11E6732AF}" dt="2026-09-16T18:20:55.763" v="548"/>
          <ac:spMkLst>
            <pc:docMk/>
            <pc:sldMk cId="3948551536" sldId="1191"/>
            <ac:spMk id="7" creationId="{30F82A08-F064-C6C1-2C15-D6380F0EF61C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0:58.589" v="550"/>
        <pc:sldMkLst>
          <pc:docMk/>
          <pc:sldMk cId="4017481153" sldId="1192"/>
        </pc:sldMkLst>
        <pc:spChg chg="add mod">
          <ac:chgData name="Mai, Benjamin" userId="402ee2b4-b1c5-42f0-99e2-e3ec8efd71df" providerId="ADAL" clId="{D1E8ED60-0AEB-4720-8D64-42C11E6732AF}" dt="2026-09-16T18:20:58.589" v="550"/>
          <ac:spMkLst>
            <pc:docMk/>
            <pc:sldMk cId="4017481153" sldId="1192"/>
            <ac:spMk id="3" creationId="{6C10EC7B-2A59-0F80-E3DC-305A9AAF8B85}"/>
          </ac:spMkLst>
        </pc:spChg>
        <pc:spChg chg="del">
          <ac:chgData name="Mai, Benjamin" userId="402ee2b4-b1c5-42f0-99e2-e3ec8efd71df" providerId="ADAL" clId="{D1E8ED60-0AEB-4720-8D64-42C11E6732AF}" dt="2026-09-16T18:20:58.304" v="549" actId="478"/>
          <ac:spMkLst>
            <pc:docMk/>
            <pc:sldMk cId="4017481153" sldId="1192"/>
            <ac:spMk id="5" creationId="{82A97991-871D-83C4-6B7C-A926579AFFFC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07.532" v="554"/>
        <pc:sldMkLst>
          <pc:docMk/>
          <pc:sldMk cId="3295393546" sldId="1193"/>
        </pc:sldMkLst>
        <pc:spChg chg="add mod">
          <ac:chgData name="Mai, Benjamin" userId="402ee2b4-b1c5-42f0-99e2-e3ec8efd71df" providerId="ADAL" clId="{D1E8ED60-0AEB-4720-8D64-42C11E6732AF}" dt="2026-09-16T18:21:07.532" v="554"/>
          <ac:spMkLst>
            <pc:docMk/>
            <pc:sldMk cId="3295393546" sldId="1193"/>
            <ac:spMk id="3" creationId="{C8292BEF-E3CE-438B-6B32-77E340520C5E}"/>
          </ac:spMkLst>
        </pc:spChg>
        <pc:spChg chg="del">
          <ac:chgData name="Mai, Benjamin" userId="402ee2b4-b1c5-42f0-99e2-e3ec8efd71df" providerId="ADAL" clId="{D1E8ED60-0AEB-4720-8D64-42C11E6732AF}" dt="2026-09-16T18:21:07.196" v="553" actId="478"/>
          <ac:spMkLst>
            <pc:docMk/>
            <pc:sldMk cId="3295393546" sldId="1193"/>
            <ac:spMk id="5" creationId="{EC3492BE-3A49-CD20-9F1E-99051A2BB926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03.794" v="552"/>
        <pc:sldMkLst>
          <pc:docMk/>
          <pc:sldMk cId="1502691738" sldId="1194"/>
        </pc:sldMkLst>
        <pc:spChg chg="del">
          <ac:chgData name="Mai, Benjamin" userId="402ee2b4-b1c5-42f0-99e2-e3ec8efd71df" providerId="ADAL" clId="{D1E8ED60-0AEB-4720-8D64-42C11E6732AF}" dt="2026-09-16T18:21:03.463" v="551" actId="478"/>
          <ac:spMkLst>
            <pc:docMk/>
            <pc:sldMk cId="1502691738" sldId="1194"/>
            <ac:spMk id="5" creationId="{B876A9DE-8B27-AEA9-FBCE-68A567152D9A}"/>
          </ac:spMkLst>
        </pc:spChg>
        <pc:spChg chg="add mod">
          <ac:chgData name="Mai, Benjamin" userId="402ee2b4-b1c5-42f0-99e2-e3ec8efd71df" providerId="ADAL" clId="{D1E8ED60-0AEB-4720-8D64-42C11E6732AF}" dt="2026-09-16T18:21:03.794" v="552"/>
          <ac:spMkLst>
            <pc:docMk/>
            <pc:sldMk cId="1502691738" sldId="1194"/>
            <ac:spMk id="7" creationId="{20615456-EE1B-DE0E-DFF0-3D20C11CF744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0:49.788" v="545"/>
        <pc:sldMkLst>
          <pc:docMk/>
          <pc:sldMk cId="679644939" sldId="1195"/>
        </pc:sldMkLst>
        <pc:spChg chg="del">
          <ac:chgData name="Mai, Benjamin" userId="402ee2b4-b1c5-42f0-99e2-e3ec8efd71df" providerId="ADAL" clId="{D1E8ED60-0AEB-4720-8D64-42C11E6732AF}" dt="2026-09-16T18:20:49.414" v="544" actId="478"/>
          <ac:spMkLst>
            <pc:docMk/>
            <pc:sldMk cId="679644939" sldId="1195"/>
            <ac:spMk id="5" creationId="{E040DE97-CAC2-AF03-0B0D-FADB48FE4200}"/>
          </ac:spMkLst>
        </pc:spChg>
        <pc:spChg chg="add mod">
          <ac:chgData name="Mai, Benjamin" userId="402ee2b4-b1c5-42f0-99e2-e3ec8efd71df" providerId="ADAL" clId="{D1E8ED60-0AEB-4720-8D64-42C11E6732AF}" dt="2026-09-16T18:20:49.788" v="545"/>
          <ac:spMkLst>
            <pc:docMk/>
            <pc:sldMk cId="679644939" sldId="1195"/>
            <ac:spMk id="7" creationId="{367FD775-16EB-DB7B-4FFB-82CF0017A2B4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16.635" v="560"/>
        <pc:sldMkLst>
          <pc:docMk/>
          <pc:sldMk cId="4144150493" sldId="1196"/>
        </pc:sldMkLst>
        <pc:spChg chg="del">
          <ac:chgData name="Mai, Benjamin" userId="402ee2b4-b1c5-42f0-99e2-e3ec8efd71df" providerId="ADAL" clId="{D1E8ED60-0AEB-4720-8D64-42C11E6732AF}" dt="2026-09-16T18:21:16.165" v="559" actId="478"/>
          <ac:spMkLst>
            <pc:docMk/>
            <pc:sldMk cId="4144150493" sldId="1196"/>
            <ac:spMk id="5" creationId="{3FD1871E-A249-A93D-6557-95219FF32D3C}"/>
          </ac:spMkLst>
        </pc:spChg>
        <pc:spChg chg="add mod">
          <ac:chgData name="Mai, Benjamin" userId="402ee2b4-b1c5-42f0-99e2-e3ec8efd71df" providerId="ADAL" clId="{D1E8ED60-0AEB-4720-8D64-42C11E6732AF}" dt="2026-09-16T18:21:16.635" v="560"/>
          <ac:spMkLst>
            <pc:docMk/>
            <pc:sldMk cId="4144150493" sldId="1196"/>
            <ac:spMk id="7" creationId="{305966AC-2C4B-2A2E-B17E-2B253532DCF6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10.628" v="556"/>
        <pc:sldMkLst>
          <pc:docMk/>
          <pc:sldMk cId="1065832135" sldId="1197"/>
        </pc:sldMkLst>
        <pc:spChg chg="del">
          <ac:chgData name="Mai, Benjamin" userId="402ee2b4-b1c5-42f0-99e2-e3ec8efd71df" providerId="ADAL" clId="{D1E8ED60-0AEB-4720-8D64-42C11E6732AF}" dt="2026-09-16T18:21:10.277" v="555" actId="478"/>
          <ac:spMkLst>
            <pc:docMk/>
            <pc:sldMk cId="1065832135" sldId="1197"/>
            <ac:spMk id="5" creationId="{53D903E5-DE04-B45A-7113-13692970E777}"/>
          </ac:spMkLst>
        </pc:spChg>
        <pc:spChg chg="add mod">
          <ac:chgData name="Mai, Benjamin" userId="402ee2b4-b1c5-42f0-99e2-e3ec8efd71df" providerId="ADAL" clId="{D1E8ED60-0AEB-4720-8D64-42C11E6732AF}" dt="2026-09-16T18:21:10.628" v="556"/>
          <ac:spMkLst>
            <pc:docMk/>
            <pc:sldMk cId="1065832135" sldId="1197"/>
            <ac:spMk id="7" creationId="{229CA9FE-95DE-6408-6F33-D67FF8A722E6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13.850" v="558"/>
        <pc:sldMkLst>
          <pc:docMk/>
          <pc:sldMk cId="2744783168" sldId="1198"/>
        </pc:sldMkLst>
        <pc:spChg chg="add mod">
          <ac:chgData name="Mai, Benjamin" userId="402ee2b4-b1c5-42f0-99e2-e3ec8efd71df" providerId="ADAL" clId="{D1E8ED60-0AEB-4720-8D64-42C11E6732AF}" dt="2026-09-16T18:21:13.850" v="558"/>
          <ac:spMkLst>
            <pc:docMk/>
            <pc:sldMk cId="2744783168" sldId="1198"/>
            <ac:spMk id="3" creationId="{21F975A4-A37A-3A2B-084A-D71472B8EA51}"/>
          </ac:spMkLst>
        </pc:spChg>
        <pc:spChg chg="del">
          <ac:chgData name="Mai, Benjamin" userId="402ee2b4-b1c5-42f0-99e2-e3ec8efd71df" providerId="ADAL" clId="{D1E8ED60-0AEB-4720-8D64-42C11E6732AF}" dt="2026-09-16T18:21:13.362" v="557" actId="478"/>
          <ac:spMkLst>
            <pc:docMk/>
            <pc:sldMk cId="2744783168" sldId="1198"/>
            <ac:spMk id="5" creationId="{A8770C3E-8234-1F7E-10D2-BE522F67257A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20.385" v="562"/>
        <pc:sldMkLst>
          <pc:docMk/>
          <pc:sldMk cId="713400337" sldId="1199"/>
        </pc:sldMkLst>
        <pc:spChg chg="del">
          <ac:chgData name="Mai, Benjamin" userId="402ee2b4-b1c5-42f0-99e2-e3ec8efd71df" providerId="ADAL" clId="{D1E8ED60-0AEB-4720-8D64-42C11E6732AF}" dt="2026-09-16T18:21:19.943" v="561" actId="478"/>
          <ac:spMkLst>
            <pc:docMk/>
            <pc:sldMk cId="713400337" sldId="1199"/>
            <ac:spMk id="5" creationId="{C0BC4962-DB27-37B0-AE0C-F26027265A8A}"/>
          </ac:spMkLst>
        </pc:spChg>
        <pc:spChg chg="add mod">
          <ac:chgData name="Mai, Benjamin" userId="402ee2b4-b1c5-42f0-99e2-e3ec8efd71df" providerId="ADAL" clId="{D1E8ED60-0AEB-4720-8D64-42C11E6732AF}" dt="2026-09-16T18:21:20.385" v="562"/>
          <ac:spMkLst>
            <pc:docMk/>
            <pc:sldMk cId="713400337" sldId="1199"/>
            <ac:spMk id="7" creationId="{4676B3DD-EA34-4377-0DBA-059D8A801745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23" v="564"/>
        <pc:sldMkLst>
          <pc:docMk/>
          <pc:sldMk cId="1935857620" sldId="1200"/>
        </pc:sldMkLst>
        <pc:spChg chg="del">
          <ac:chgData name="Mai, Benjamin" userId="402ee2b4-b1c5-42f0-99e2-e3ec8efd71df" providerId="ADAL" clId="{D1E8ED60-0AEB-4720-8D64-42C11E6732AF}" dt="2026-09-16T18:21:22.675" v="563" actId="478"/>
          <ac:spMkLst>
            <pc:docMk/>
            <pc:sldMk cId="1935857620" sldId="1200"/>
            <ac:spMk id="5" creationId="{5AA170BC-DAC7-3F7B-8D26-81AF96E6C96E}"/>
          </ac:spMkLst>
        </pc:spChg>
        <pc:spChg chg="add mod">
          <ac:chgData name="Mai, Benjamin" userId="402ee2b4-b1c5-42f0-99e2-e3ec8efd71df" providerId="ADAL" clId="{D1E8ED60-0AEB-4720-8D64-42C11E6732AF}" dt="2026-09-16T18:21:23" v="564"/>
          <ac:spMkLst>
            <pc:docMk/>
            <pc:sldMk cId="1935857620" sldId="1200"/>
            <ac:spMk id="8" creationId="{913150E5-C3BC-AB05-11E1-7B26FE4C42E9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25.849" v="566"/>
        <pc:sldMkLst>
          <pc:docMk/>
          <pc:sldMk cId="409359398" sldId="1201"/>
        </pc:sldMkLst>
        <pc:spChg chg="del">
          <ac:chgData name="Mai, Benjamin" userId="402ee2b4-b1c5-42f0-99e2-e3ec8efd71df" providerId="ADAL" clId="{D1E8ED60-0AEB-4720-8D64-42C11E6732AF}" dt="2026-09-16T18:21:25.512" v="565" actId="478"/>
          <ac:spMkLst>
            <pc:docMk/>
            <pc:sldMk cId="409359398" sldId="1201"/>
            <ac:spMk id="5" creationId="{AD747F81-4FDC-5406-05DE-814929493A37}"/>
          </ac:spMkLst>
        </pc:spChg>
        <pc:spChg chg="add mod">
          <ac:chgData name="Mai, Benjamin" userId="402ee2b4-b1c5-42f0-99e2-e3ec8efd71df" providerId="ADAL" clId="{D1E8ED60-0AEB-4720-8D64-42C11E6732AF}" dt="2026-09-16T18:21:25.849" v="566"/>
          <ac:spMkLst>
            <pc:docMk/>
            <pc:sldMk cId="409359398" sldId="1201"/>
            <ac:spMk id="7" creationId="{0BF5E025-8FE8-6A24-6FF3-A34DACCB2202}"/>
          </ac:spMkLst>
        </pc:spChg>
      </pc:sldChg>
      <pc:sldChg chg="addSp modSp">
        <pc:chgData name="Mai, Benjamin" userId="402ee2b4-b1c5-42f0-99e2-e3ec8efd71df" providerId="ADAL" clId="{D1E8ED60-0AEB-4720-8D64-42C11E6732AF}" dt="2026-09-16T18:21:34.951" v="570"/>
        <pc:sldMkLst>
          <pc:docMk/>
          <pc:sldMk cId="1113048322" sldId="1203"/>
        </pc:sldMkLst>
        <pc:spChg chg="add mod">
          <ac:chgData name="Mai, Benjamin" userId="402ee2b4-b1c5-42f0-99e2-e3ec8efd71df" providerId="ADAL" clId="{D1E8ED60-0AEB-4720-8D64-42C11E6732AF}" dt="2026-09-16T18:21:34.951" v="570"/>
          <ac:spMkLst>
            <pc:docMk/>
            <pc:sldMk cId="1113048322" sldId="1203"/>
            <ac:spMk id="6" creationId="{D840F169-D220-BA3E-132C-B697A98FBF4C}"/>
          </ac:spMkLst>
        </pc:spChg>
      </pc:sldChg>
      <pc:sldChg chg="addSp modSp">
        <pc:chgData name="Mai, Benjamin" userId="402ee2b4-b1c5-42f0-99e2-e3ec8efd71df" providerId="ADAL" clId="{D1E8ED60-0AEB-4720-8D64-42C11E6732AF}" dt="2026-09-16T18:21:40.066" v="573"/>
        <pc:sldMkLst>
          <pc:docMk/>
          <pc:sldMk cId="3811205225" sldId="1204"/>
        </pc:sldMkLst>
        <pc:spChg chg="add mod">
          <ac:chgData name="Mai, Benjamin" userId="402ee2b4-b1c5-42f0-99e2-e3ec8efd71df" providerId="ADAL" clId="{D1E8ED60-0AEB-4720-8D64-42C11E6732AF}" dt="2026-09-16T18:21:40.066" v="573"/>
          <ac:spMkLst>
            <pc:docMk/>
            <pc:sldMk cId="3811205225" sldId="1204"/>
            <ac:spMk id="6" creationId="{B5B95EE4-6071-8110-0F07-7FBF228AB183}"/>
          </ac:spMkLst>
        </pc:spChg>
      </pc:sldChg>
      <pc:sldChg chg="addSp modSp">
        <pc:chgData name="Mai, Benjamin" userId="402ee2b4-b1c5-42f0-99e2-e3ec8efd71df" providerId="ADAL" clId="{D1E8ED60-0AEB-4720-8D64-42C11E6732AF}" dt="2026-09-16T18:21:41.883" v="574"/>
        <pc:sldMkLst>
          <pc:docMk/>
          <pc:sldMk cId="865118968" sldId="1205"/>
        </pc:sldMkLst>
        <pc:spChg chg="add mod">
          <ac:chgData name="Mai, Benjamin" userId="402ee2b4-b1c5-42f0-99e2-e3ec8efd71df" providerId="ADAL" clId="{D1E8ED60-0AEB-4720-8D64-42C11E6732AF}" dt="2026-09-16T18:21:41.883" v="574"/>
          <ac:spMkLst>
            <pc:docMk/>
            <pc:sldMk cId="865118968" sldId="1205"/>
            <ac:spMk id="6" creationId="{1AD2EE13-5FF9-18FF-D8A1-C71CAD28E81B}"/>
          </ac:spMkLst>
        </pc:spChg>
      </pc:sldChg>
      <pc:sldChg chg="addSp modSp">
        <pc:chgData name="Mai, Benjamin" userId="402ee2b4-b1c5-42f0-99e2-e3ec8efd71df" providerId="ADAL" clId="{D1E8ED60-0AEB-4720-8D64-42C11E6732AF}" dt="2026-09-16T18:21:43.436" v="575"/>
        <pc:sldMkLst>
          <pc:docMk/>
          <pc:sldMk cId="1031368331" sldId="1206"/>
        </pc:sldMkLst>
        <pc:spChg chg="add mod">
          <ac:chgData name="Mai, Benjamin" userId="402ee2b4-b1c5-42f0-99e2-e3ec8efd71df" providerId="ADAL" clId="{D1E8ED60-0AEB-4720-8D64-42C11E6732AF}" dt="2026-09-16T18:21:43.436" v="575"/>
          <ac:spMkLst>
            <pc:docMk/>
            <pc:sldMk cId="1031368331" sldId="1206"/>
            <ac:spMk id="6" creationId="{A9D0D7AA-D0EC-26BC-01A0-D106AD31A601}"/>
          </ac:spMkLst>
        </pc:spChg>
      </pc:sldChg>
      <pc:sldChg chg="addSp modSp mod">
        <pc:chgData name="Mai, Benjamin" userId="402ee2b4-b1c5-42f0-99e2-e3ec8efd71df" providerId="ADAL" clId="{D1E8ED60-0AEB-4720-8D64-42C11E6732AF}" dt="2026-09-16T18:21:48.138" v="577"/>
        <pc:sldMkLst>
          <pc:docMk/>
          <pc:sldMk cId="58032788" sldId="1207"/>
        </pc:sldMkLst>
        <pc:spChg chg="mod">
          <ac:chgData name="Mai, Benjamin" userId="402ee2b4-b1c5-42f0-99e2-e3ec8efd71df" providerId="ADAL" clId="{D1E8ED60-0AEB-4720-8D64-42C11E6732AF}" dt="2026-09-10T10:29:39.868" v="120" actId="20577"/>
          <ac:spMkLst>
            <pc:docMk/>
            <pc:sldMk cId="58032788" sldId="1207"/>
            <ac:spMk id="3" creationId="{689F8064-7585-BBFB-32A6-A318FFE508B4}"/>
          </ac:spMkLst>
        </pc:spChg>
        <pc:spChg chg="add mod">
          <ac:chgData name="Mai, Benjamin" userId="402ee2b4-b1c5-42f0-99e2-e3ec8efd71df" providerId="ADAL" clId="{D1E8ED60-0AEB-4720-8D64-42C11E6732AF}" dt="2026-09-16T18:21:48.138" v="577"/>
          <ac:spMkLst>
            <pc:docMk/>
            <pc:sldMk cId="58032788" sldId="1207"/>
            <ac:spMk id="6" creationId="{DFE22DAB-BA7F-524E-CA91-877A07CC6C4B}"/>
          </ac:spMkLst>
        </pc:spChg>
      </pc:sldChg>
      <pc:sldChg chg="addSp modSp mod">
        <pc:chgData name="Mai, Benjamin" userId="402ee2b4-b1c5-42f0-99e2-e3ec8efd71df" providerId="ADAL" clId="{D1E8ED60-0AEB-4720-8D64-42C11E6732AF}" dt="2026-09-16T18:21:46.372" v="576"/>
        <pc:sldMkLst>
          <pc:docMk/>
          <pc:sldMk cId="3293451528" sldId="1208"/>
        </pc:sldMkLst>
        <pc:spChg chg="mod">
          <ac:chgData name="Mai, Benjamin" userId="402ee2b4-b1c5-42f0-99e2-e3ec8efd71df" providerId="ADAL" clId="{D1E8ED60-0AEB-4720-8D64-42C11E6732AF}" dt="2026-09-10T10:29:15.046" v="111" actId="20577"/>
          <ac:spMkLst>
            <pc:docMk/>
            <pc:sldMk cId="3293451528" sldId="1208"/>
            <ac:spMk id="3" creationId="{09566139-AA44-958F-77F6-F02706D60840}"/>
          </ac:spMkLst>
        </pc:spChg>
        <pc:spChg chg="add mod">
          <ac:chgData name="Mai, Benjamin" userId="402ee2b4-b1c5-42f0-99e2-e3ec8efd71df" providerId="ADAL" clId="{D1E8ED60-0AEB-4720-8D64-42C11E6732AF}" dt="2026-09-16T18:21:46.372" v="576"/>
          <ac:spMkLst>
            <pc:docMk/>
            <pc:sldMk cId="3293451528" sldId="1208"/>
            <ac:spMk id="6" creationId="{C5C6E337-A0F8-EF9A-648A-3565FA4D8227}"/>
          </ac:spMkLst>
        </pc:spChg>
      </pc:sldChg>
      <pc:sldChg chg="addSp modSp">
        <pc:chgData name="Mai, Benjamin" userId="402ee2b4-b1c5-42f0-99e2-e3ec8efd71df" providerId="ADAL" clId="{D1E8ED60-0AEB-4720-8D64-42C11E6732AF}" dt="2026-09-16T18:21:57.103" v="581"/>
        <pc:sldMkLst>
          <pc:docMk/>
          <pc:sldMk cId="526871205" sldId="1209"/>
        </pc:sldMkLst>
        <pc:spChg chg="add mod">
          <ac:chgData name="Mai, Benjamin" userId="402ee2b4-b1c5-42f0-99e2-e3ec8efd71df" providerId="ADAL" clId="{D1E8ED60-0AEB-4720-8D64-42C11E6732AF}" dt="2026-09-16T18:21:57.103" v="581"/>
          <ac:spMkLst>
            <pc:docMk/>
            <pc:sldMk cId="526871205" sldId="1209"/>
            <ac:spMk id="6" creationId="{B670439D-BA59-0040-29B9-E3972F059024}"/>
          </ac:spMkLst>
        </pc:spChg>
      </pc:sldChg>
      <pc:sldChg chg="addSp modSp">
        <pc:chgData name="Mai, Benjamin" userId="402ee2b4-b1c5-42f0-99e2-e3ec8efd71df" providerId="ADAL" clId="{D1E8ED60-0AEB-4720-8D64-42C11E6732AF}" dt="2026-09-16T18:22:00.012" v="582"/>
        <pc:sldMkLst>
          <pc:docMk/>
          <pc:sldMk cId="2331880928" sldId="1210"/>
        </pc:sldMkLst>
        <pc:spChg chg="add mod">
          <ac:chgData name="Mai, Benjamin" userId="402ee2b4-b1c5-42f0-99e2-e3ec8efd71df" providerId="ADAL" clId="{D1E8ED60-0AEB-4720-8D64-42C11E6732AF}" dt="2026-09-16T18:22:00.012" v="582"/>
          <ac:spMkLst>
            <pc:docMk/>
            <pc:sldMk cId="2331880928" sldId="1210"/>
            <ac:spMk id="3" creationId="{B08F6C99-7C3E-1F88-0414-29C0041D4733}"/>
          </ac:spMkLst>
        </pc:spChg>
      </pc:sldChg>
      <pc:sldChg chg="addSp modSp">
        <pc:chgData name="Mai, Benjamin" userId="402ee2b4-b1c5-42f0-99e2-e3ec8efd71df" providerId="ADAL" clId="{D1E8ED60-0AEB-4720-8D64-42C11E6732AF}" dt="2026-09-16T18:22:02.053" v="583"/>
        <pc:sldMkLst>
          <pc:docMk/>
          <pc:sldMk cId="3432239495" sldId="1211"/>
        </pc:sldMkLst>
        <pc:spChg chg="add mod">
          <ac:chgData name="Mai, Benjamin" userId="402ee2b4-b1c5-42f0-99e2-e3ec8efd71df" providerId="ADAL" clId="{D1E8ED60-0AEB-4720-8D64-42C11E6732AF}" dt="2026-09-16T18:22:02.053" v="583"/>
          <ac:spMkLst>
            <pc:docMk/>
            <pc:sldMk cId="3432239495" sldId="1211"/>
            <ac:spMk id="11" creationId="{68748A61-C5B1-42C4-0199-6F00DA1ECF75}"/>
          </ac:spMkLst>
        </pc:spChg>
      </pc:sldChg>
      <pc:sldChg chg="addSp modSp">
        <pc:chgData name="Mai, Benjamin" userId="402ee2b4-b1c5-42f0-99e2-e3ec8efd71df" providerId="ADAL" clId="{D1E8ED60-0AEB-4720-8D64-42C11E6732AF}" dt="2026-09-16T18:22:03.736" v="584"/>
        <pc:sldMkLst>
          <pc:docMk/>
          <pc:sldMk cId="975442510" sldId="1212"/>
        </pc:sldMkLst>
        <pc:spChg chg="add mod">
          <ac:chgData name="Mai, Benjamin" userId="402ee2b4-b1c5-42f0-99e2-e3ec8efd71df" providerId="ADAL" clId="{D1E8ED60-0AEB-4720-8D64-42C11E6732AF}" dt="2026-09-16T18:22:03.736" v="584"/>
          <ac:spMkLst>
            <pc:docMk/>
            <pc:sldMk cId="975442510" sldId="1212"/>
            <ac:spMk id="3" creationId="{4095DBD0-A5B2-523E-DA06-4C8007920F43}"/>
          </ac:spMkLst>
        </pc:spChg>
      </pc:sldChg>
      <pc:sldChg chg="addSp delSp modSp mod">
        <pc:chgData name="Mai, Benjamin" userId="402ee2b4-b1c5-42f0-99e2-e3ec8efd71df" providerId="ADAL" clId="{D1E8ED60-0AEB-4720-8D64-42C11E6732AF}" dt="2026-09-16T18:21:51.142" v="579"/>
        <pc:sldMkLst>
          <pc:docMk/>
          <pc:sldMk cId="416596511" sldId="1213"/>
        </pc:sldMkLst>
        <pc:spChg chg="del">
          <ac:chgData name="Mai, Benjamin" userId="402ee2b4-b1c5-42f0-99e2-e3ec8efd71df" providerId="ADAL" clId="{D1E8ED60-0AEB-4720-8D64-42C11E6732AF}" dt="2026-09-16T18:21:50.793" v="578" actId="478"/>
          <ac:spMkLst>
            <pc:docMk/>
            <pc:sldMk cId="416596511" sldId="1213"/>
            <ac:spMk id="5" creationId="{29E7A7B5-FA68-F95C-D8F8-979E1988D733}"/>
          </ac:spMkLst>
        </pc:spChg>
        <pc:spChg chg="add mod">
          <ac:chgData name="Mai, Benjamin" userId="402ee2b4-b1c5-42f0-99e2-e3ec8efd71df" providerId="ADAL" clId="{D1E8ED60-0AEB-4720-8D64-42C11E6732AF}" dt="2026-09-16T18:21:51.142" v="579"/>
          <ac:spMkLst>
            <pc:docMk/>
            <pc:sldMk cId="416596511" sldId="1213"/>
            <ac:spMk id="7" creationId="{8BFD2925-51A4-FA1E-58A6-C7BF62819647}"/>
          </ac:spMkLst>
        </pc:spChg>
      </pc:sldChg>
      <pc:sldChg chg="modSp add">
        <pc:chgData name="Mai, Benjamin" userId="402ee2b4-b1c5-42f0-99e2-e3ec8efd71df" providerId="ADAL" clId="{D1E8ED60-0AEB-4720-8D64-42C11E6732AF}" dt="2026-09-10T10:28:17.184" v="0"/>
        <pc:sldMkLst>
          <pc:docMk/>
          <pc:sldMk cId="2233389946" sldId="1214"/>
        </pc:sldMkLst>
        <pc:spChg chg="mod">
          <ac:chgData name="Mai, Benjamin" userId="402ee2b4-b1c5-42f0-99e2-e3ec8efd71df" providerId="ADAL" clId="{D1E8ED60-0AEB-4720-8D64-42C11E6732AF}" dt="2026-09-10T10:28:17.184" v="0"/>
          <ac:spMkLst>
            <pc:docMk/>
            <pc:sldMk cId="2233389946" sldId="1214"/>
            <ac:spMk id="5" creationId="{E80DEFA5-18C5-2EB8-E98C-44CA69838F30}"/>
          </ac:spMkLst>
        </pc:spChg>
      </pc:sldChg>
      <pc:sldChg chg="addSp modSp add mod">
        <pc:chgData name="Mai, Benjamin" userId="402ee2b4-b1c5-42f0-99e2-e3ec8efd71df" providerId="ADAL" clId="{D1E8ED60-0AEB-4720-8D64-42C11E6732AF}" dt="2026-09-16T18:22:06.166" v="585"/>
        <pc:sldMkLst>
          <pc:docMk/>
          <pc:sldMk cId="778804163" sldId="1215"/>
        </pc:sldMkLst>
        <pc:spChg chg="add mod">
          <ac:chgData name="Mai, Benjamin" userId="402ee2b4-b1c5-42f0-99e2-e3ec8efd71df" providerId="ADAL" clId="{D1E8ED60-0AEB-4720-8D64-42C11E6732AF}" dt="2026-09-16T18:22:06.166" v="585"/>
          <ac:spMkLst>
            <pc:docMk/>
            <pc:sldMk cId="778804163" sldId="1215"/>
            <ac:spMk id="3" creationId="{DA03AC7A-07A9-5573-E0DA-99D925FDB057}"/>
          </ac:spMkLst>
        </pc:spChg>
        <pc:spChg chg="mod">
          <ac:chgData name="Mai, Benjamin" userId="402ee2b4-b1c5-42f0-99e2-e3ec8efd71df" providerId="ADAL" clId="{D1E8ED60-0AEB-4720-8D64-42C11E6732AF}" dt="2026-09-10T10:36:31.231" v="129" actId="20577"/>
          <ac:spMkLst>
            <pc:docMk/>
            <pc:sldMk cId="778804163" sldId="1215"/>
            <ac:spMk id="4" creationId="{EA51F828-5BA4-B6B9-3B29-F991BD57585D}"/>
          </ac:spMkLst>
        </pc:spChg>
        <pc:spChg chg="mod">
          <ac:chgData name="Mai, Benjamin" userId="402ee2b4-b1c5-42f0-99e2-e3ec8efd71df" providerId="ADAL" clId="{D1E8ED60-0AEB-4720-8D64-42C11E6732AF}" dt="2026-09-10T10:33:49.908" v="121"/>
          <ac:spMkLst>
            <pc:docMk/>
            <pc:sldMk cId="778804163" sldId="1215"/>
            <ac:spMk id="5" creationId="{0454E680-241B-C9E5-1F60-2840BF5AF03A}"/>
          </ac:spMkLst>
        </pc:spChg>
        <pc:picChg chg="mod">
          <ac:chgData name="Mai, Benjamin" userId="402ee2b4-b1c5-42f0-99e2-e3ec8efd71df" providerId="ADAL" clId="{D1E8ED60-0AEB-4720-8D64-42C11E6732AF}" dt="2026-09-10T10:36:17.067" v="125" actId="1076"/>
          <ac:picMkLst>
            <pc:docMk/>
            <pc:sldMk cId="778804163" sldId="1215"/>
            <ac:picMk id="9" creationId="{3E9A21CF-6282-5F27-1854-E7305DBB4204}"/>
          </ac:picMkLst>
        </pc:picChg>
      </pc:sldChg>
      <pc:sldChg chg="modSp add del mod">
        <pc:chgData name="Mai, Benjamin" userId="402ee2b4-b1c5-42f0-99e2-e3ec8efd71df" providerId="ADAL" clId="{D1E8ED60-0AEB-4720-8D64-42C11E6732AF}" dt="2026-09-16T18:22:09.935" v="586" actId="47"/>
        <pc:sldMkLst>
          <pc:docMk/>
          <pc:sldMk cId="1354697396" sldId="1216"/>
        </pc:sldMkLst>
        <pc:spChg chg="mod">
          <ac:chgData name="Mai, Benjamin" userId="402ee2b4-b1c5-42f0-99e2-e3ec8efd71df" providerId="ADAL" clId="{D1E8ED60-0AEB-4720-8D64-42C11E6732AF}" dt="2026-09-10T10:57:28.398" v="140" actId="20577"/>
          <ac:spMkLst>
            <pc:docMk/>
            <pc:sldMk cId="1354697396" sldId="1216"/>
            <ac:spMk id="2" creationId="{57A9B65A-BD22-D413-34C3-65519CD01932}"/>
          </ac:spMkLst>
        </pc:spChg>
      </pc:sldChg>
      <pc:sldChg chg="modSp add del mod">
        <pc:chgData name="Mai, Benjamin" userId="402ee2b4-b1c5-42f0-99e2-e3ec8efd71df" providerId="ADAL" clId="{D1E8ED60-0AEB-4720-8D64-42C11E6732AF}" dt="2026-09-16T18:22:13.613" v="588" actId="47"/>
        <pc:sldMkLst>
          <pc:docMk/>
          <pc:sldMk cId="3341276428" sldId="1217"/>
        </pc:sldMkLst>
        <pc:spChg chg="mod">
          <ac:chgData name="Mai, Benjamin" userId="402ee2b4-b1c5-42f0-99e2-e3ec8efd71df" providerId="ADAL" clId="{D1E8ED60-0AEB-4720-8D64-42C11E6732AF}" dt="2026-09-10T11:35:23.920" v="509" actId="20577"/>
          <ac:spMkLst>
            <pc:docMk/>
            <pc:sldMk cId="3341276428" sldId="1217"/>
            <ac:spMk id="3" creationId="{2DD93D10-F90A-EA67-8AED-5B948C97D624}"/>
          </ac:spMkLst>
        </pc:spChg>
      </pc:sldChg>
      <pc:sldChg chg="modSp add del ord">
        <pc:chgData name="Mai, Benjamin" userId="402ee2b4-b1c5-42f0-99e2-e3ec8efd71df" providerId="ADAL" clId="{D1E8ED60-0AEB-4720-8D64-42C11E6732AF}" dt="2026-09-16T18:22:11.205" v="587" actId="47"/>
        <pc:sldMkLst>
          <pc:docMk/>
          <pc:sldMk cId="2866014392" sldId="1218"/>
        </pc:sldMkLst>
        <pc:spChg chg="mod">
          <ac:chgData name="Mai, Benjamin" userId="402ee2b4-b1c5-42f0-99e2-e3ec8efd71df" providerId="ADAL" clId="{D1E8ED60-0AEB-4720-8D64-42C11E6732AF}" dt="2026-09-10T10:58:32.065" v="142"/>
          <ac:spMkLst>
            <pc:docMk/>
            <pc:sldMk cId="2866014392" sldId="1218"/>
            <ac:spMk id="4" creationId="{96144F6A-88C2-71F3-5ABF-678DA67679BD}"/>
          </ac:spMkLst>
        </pc:spChg>
      </pc:sldChg>
      <pc:sldChg chg="modSp add del mod">
        <pc:chgData name="Mai, Benjamin" userId="402ee2b4-b1c5-42f0-99e2-e3ec8efd71df" providerId="ADAL" clId="{D1E8ED60-0AEB-4720-8D64-42C11E6732AF}" dt="2026-09-16T18:22:14.417" v="589" actId="47"/>
        <pc:sldMkLst>
          <pc:docMk/>
          <pc:sldMk cId="3155492801" sldId="1219"/>
        </pc:sldMkLst>
        <pc:spChg chg="mod">
          <ac:chgData name="Mai, Benjamin" userId="402ee2b4-b1c5-42f0-99e2-e3ec8efd71df" providerId="ADAL" clId="{D1E8ED60-0AEB-4720-8D64-42C11E6732AF}" dt="2026-09-10T11:01:32.176" v="147" actId="20577"/>
          <ac:spMkLst>
            <pc:docMk/>
            <pc:sldMk cId="3155492801" sldId="1219"/>
            <ac:spMk id="3" creationId="{BC05FC65-646F-161C-BD9A-507AD42C5181}"/>
          </ac:spMkLst>
        </pc:spChg>
        <pc:spChg chg="mod">
          <ac:chgData name="Mai, Benjamin" userId="402ee2b4-b1c5-42f0-99e2-e3ec8efd71df" providerId="ADAL" clId="{D1E8ED60-0AEB-4720-8D64-42C11E6732AF}" dt="2026-09-10T11:00:11.139" v="145"/>
          <ac:spMkLst>
            <pc:docMk/>
            <pc:sldMk cId="3155492801" sldId="1219"/>
            <ac:spMk id="5" creationId="{916661C9-8A6A-2FA9-9CD6-03A167C09C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lukeout.github.io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40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Including</a:t>
            </a:r>
            <a:r>
              <a:rPr lang="en-US" baseline="0" dirty="0"/>
              <a:t> Accenture 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923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 err="1">
                <a:cs typeface="Arial"/>
              </a:rPr>
              <a:t>Nutzt</a:t>
            </a:r>
            <a:r>
              <a:rPr lang="en-US" dirty="0">
                <a:cs typeface="Arial"/>
              </a:rPr>
              <a:t> Tags um Content </a:t>
            </a:r>
            <a:r>
              <a:rPr lang="en-US" dirty="0" err="1">
                <a:cs typeface="Arial"/>
              </a:rPr>
              <a:t>einer</a:t>
            </a:r>
            <a:r>
              <a:rPr lang="en-US" dirty="0">
                <a:cs typeface="Arial"/>
              </a:rPr>
              <a:t> Web Page </a:t>
            </a:r>
            <a:r>
              <a:rPr lang="en-US" dirty="0" err="1">
                <a:cs typeface="Arial"/>
              </a:rPr>
              <a:t>zu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strukturieren</a:t>
            </a:r>
            <a:r>
              <a:rPr lang="en-US" dirty="0">
                <a:cs typeface="Arial"/>
              </a:rPr>
              <a:t> und </a:t>
            </a:r>
            <a:r>
              <a:rPr lang="en-US" dirty="0" err="1">
                <a:cs typeface="Arial"/>
              </a:rPr>
              <a:t>Elemente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zu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definineren</a:t>
            </a:r>
            <a:r>
              <a:rPr lang="en-US" dirty="0">
                <a:cs typeface="Arial"/>
              </a:rPr>
              <a:t> 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 err="1">
                <a:cs typeface="Arial"/>
              </a:rPr>
              <a:t>Diese</a:t>
            </a:r>
            <a:r>
              <a:rPr lang="en-US" dirty="0">
                <a:cs typeface="Arial"/>
              </a:rPr>
              <a:t> Tags </a:t>
            </a:r>
            <a:r>
              <a:rPr lang="en-US" dirty="0" err="1">
                <a:cs typeface="Arial"/>
              </a:rPr>
              <a:t>werden</a:t>
            </a:r>
            <a:r>
              <a:rPr lang="en-US" dirty="0">
                <a:cs typeface="Arial"/>
              </a:rPr>
              <a:t> in Brackets </a:t>
            </a:r>
            <a:r>
              <a:rPr lang="en-US" dirty="0" err="1">
                <a:cs typeface="Arial"/>
              </a:rPr>
              <a:t>geschrieben</a:t>
            </a:r>
            <a:r>
              <a:rPr lang="en-US" dirty="0">
                <a:cs typeface="Arial"/>
              </a:rPr>
              <a:t> -&gt; </a:t>
            </a:r>
            <a:r>
              <a:rPr lang="en-US" dirty="0" err="1">
                <a:cs typeface="Arial"/>
              </a:rPr>
              <a:t>wie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ihr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sie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hier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seht</a:t>
            </a:r>
            <a:endParaRPr lang="en-US" dirty="0">
              <a:cs typeface="Arial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dirty="0">
              <a:cs typeface="Arial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Arial"/>
              </a:rPr>
              <a:t>HTML </a:t>
            </a:r>
            <a:r>
              <a:rPr lang="en-US" dirty="0" err="1">
                <a:cs typeface="Arial"/>
              </a:rPr>
              <a:t>Dokumete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sind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generell</a:t>
            </a:r>
            <a:r>
              <a:rPr lang="en-US" dirty="0">
                <a:cs typeface="Arial"/>
              </a:rPr>
              <a:t> in 3 Parts </a:t>
            </a:r>
            <a:r>
              <a:rPr lang="en-US" dirty="0" err="1">
                <a:cs typeface="Arial"/>
              </a:rPr>
              <a:t>aufgeteilt</a:t>
            </a:r>
            <a:r>
              <a:rPr lang="en-US" dirty="0">
                <a:cs typeface="Arial"/>
              </a:rPr>
              <a:t> </a:t>
            </a:r>
          </a:p>
          <a:p>
            <a:pPr marL="112395" indent="-112395">
              <a:buFont typeface="Calibri" panose="020B0604020202020204" pitchFamily="34" charset="0"/>
              <a:buChar char="-"/>
            </a:pPr>
            <a:r>
              <a:rPr lang="en-US" dirty="0">
                <a:cs typeface="Arial"/>
              </a:rPr>
              <a:t>Head -&gt; </a:t>
            </a:r>
            <a:r>
              <a:rPr lang="en-US" dirty="0" err="1">
                <a:cs typeface="Arial"/>
              </a:rPr>
              <a:t>Informationen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stehen</a:t>
            </a:r>
            <a:r>
              <a:rPr lang="en-US" dirty="0">
                <a:cs typeface="Arial"/>
              </a:rPr>
              <a:t> da </a:t>
            </a:r>
            <a:r>
              <a:rPr lang="en-US" dirty="0" err="1">
                <a:cs typeface="Arial"/>
              </a:rPr>
              <a:t>drinnen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wie</a:t>
            </a:r>
            <a:r>
              <a:rPr lang="en-US" dirty="0">
                <a:cs typeface="Arial"/>
              </a:rPr>
              <a:t> Titel, </a:t>
            </a:r>
            <a:r>
              <a:rPr lang="en-US" dirty="0" err="1">
                <a:cs typeface="Arial"/>
              </a:rPr>
              <a:t>Sprache</a:t>
            </a:r>
            <a:r>
              <a:rPr lang="en-US" dirty="0">
                <a:cs typeface="Arial"/>
              </a:rPr>
              <a:t>, Datum, Device Scaling </a:t>
            </a:r>
            <a:r>
              <a:rPr lang="en-US" dirty="0" err="1">
                <a:cs typeface="Arial"/>
              </a:rPr>
              <a:t>usw</a:t>
            </a:r>
            <a:endParaRPr lang="en-US" dirty="0">
              <a:cs typeface="Arial"/>
            </a:endParaRPr>
          </a:p>
          <a:p>
            <a:pPr marL="112395" indent="-112395">
              <a:buFont typeface="Calibri" panose="020B0604020202020204" pitchFamily="34" charset="0"/>
              <a:buChar char="-"/>
            </a:pPr>
            <a:r>
              <a:rPr lang="en-US" dirty="0">
                <a:cs typeface="Arial"/>
              </a:rPr>
              <a:t>Body -&gt; </a:t>
            </a:r>
            <a:r>
              <a:rPr lang="en-US" dirty="0" err="1">
                <a:cs typeface="Arial"/>
              </a:rPr>
              <a:t>Inhalt</a:t>
            </a:r>
            <a:r>
              <a:rPr lang="en-US" dirty="0">
                <a:cs typeface="Arial"/>
              </a:rPr>
              <a:t> der </a:t>
            </a:r>
            <a:r>
              <a:rPr lang="en-US" dirty="0" err="1">
                <a:cs typeface="Arial"/>
              </a:rPr>
              <a:t>Seite</a:t>
            </a:r>
            <a:r>
              <a:rPr lang="en-US" dirty="0">
                <a:cs typeface="Arial"/>
              </a:rPr>
              <a:t> die </a:t>
            </a:r>
            <a:r>
              <a:rPr lang="en-US" dirty="0" err="1">
                <a:cs typeface="Arial"/>
              </a:rPr>
              <a:t>im</a:t>
            </a:r>
            <a:r>
              <a:rPr lang="en-US" dirty="0">
                <a:cs typeface="Arial"/>
              </a:rPr>
              <a:t> Browser </a:t>
            </a:r>
            <a:r>
              <a:rPr lang="en-US" dirty="0" err="1">
                <a:cs typeface="Arial"/>
              </a:rPr>
              <a:t>angezeigt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wird</a:t>
            </a:r>
            <a:r>
              <a:rPr lang="en-US" dirty="0">
                <a:cs typeface="Arial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7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DB32-5C6E-450D-62EA-5F6E7964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1B868-BA5C-6BAB-DD39-5C9A03FFF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58EA0-DBA0-CDB4-89DC-55BF6D469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Every HTML file needs this structure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Show automatic creation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Content in Body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67F94-07D4-58AE-48C3-7C3A678E7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10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AA3B-2E75-076B-42F3-139CAE91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A0C40-7020-4906-4017-BE5BA638B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4FBDC-6BC5-ACFD-663A-3ED927E7E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DD69E-4471-185D-1E0A-DFE4FD41D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462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>
                <a:cs typeface="Arial"/>
              </a:rPr>
              <a:t>Tags </a:t>
            </a:r>
            <a:r>
              <a:rPr lang="en-US" err="1">
                <a:cs typeface="Arial"/>
              </a:rPr>
              <a:t>werden</a:t>
            </a:r>
            <a:r>
              <a:rPr lang="en-US">
                <a:cs typeface="Arial"/>
              </a:rPr>
              <a:t> in Brackets </a:t>
            </a:r>
            <a:r>
              <a:rPr lang="en-US" err="1">
                <a:cs typeface="Arial"/>
              </a:rPr>
              <a:t>geschrieben</a:t>
            </a:r>
            <a:r>
              <a:rPr lang="en-US">
                <a:cs typeface="Arial"/>
              </a:rPr>
              <a:t> -&gt; </a:t>
            </a:r>
            <a:r>
              <a:rPr lang="en-US" err="1">
                <a:cs typeface="Arial"/>
              </a:rPr>
              <a:t>gibt</a:t>
            </a:r>
            <a:r>
              <a:rPr lang="en-US">
                <a:cs typeface="Arial"/>
              </a:rPr>
              <a:t> die Struktur des Web </a:t>
            </a:r>
            <a:r>
              <a:rPr lang="en-US" err="1">
                <a:cs typeface="Arial"/>
              </a:rPr>
              <a:t>Inhalts</a:t>
            </a:r>
            <a:r>
              <a:rPr lang="en-US">
                <a:cs typeface="Arial"/>
              </a:rPr>
              <a:t> an 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>
                <a:cs typeface="Arial"/>
              </a:rPr>
              <a:t>Sie </a:t>
            </a:r>
            <a:r>
              <a:rPr lang="en-US" err="1">
                <a:cs typeface="Arial"/>
              </a:rPr>
              <a:t>zeige</a:t>
            </a:r>
            <a:r>
              <a:rPr lang="en-US">
                <a:cs typeface="Arial"/>
              </a:rPr>
              <a:t> an </a:t>
            </a:r>
            <a:r>
              <a:rPr lang="en-US" err="1">
                <a:cs typeface="Arial"/>
              </a:rPr>
              <a:t>wie</a:t>
            </a:r>
            <a:r>
              <a:rPr lang="en-US">
                <a:cs typeface="Arial"/>
              </a:rPr>
              <a:t> die </a:t>
            </a:r>
            <a:r>
              <a:rPr lang="en-US" err="1">
                <a:cs typeface="Arial"/>
              </a:rPr>
              <a:t>Elemente</a:t>
            </a:r>
            <a:r>
              <a:rPr lang="en-US">
                <a:cs typeface="Arial"/>
              </a:rPr>
              <a:t> auf der Website </a:t>
            </a:r>
            <a:r>
              <a:rPr lang="en-US" err="1">
                <a:cs typeface="Arial"/>
              </a:rPr>
              <a:t>angezeigt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werden</a:t>
            </a:r>
            <a:r>
              <a:rPr lang="en-US">
                <a:cs typeface="Arial"/>
              </a:rPr>
              <a:t> und </a:t>
            </a:r>
            <a:r>
              <a:rPr lang="en-US" err="1">
                <a:cs typeface="Arial"/>
              </a:rPr>
              <a:t>welche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Funktion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sie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erfüllen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sollen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>
              <a:cs typeface="Arial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>
              <a:cs typeface="Arial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63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5041-99C0-8D03-A8A7-BCD724F7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3ECDE-4D6A-F43A-FF53-16C2AACDF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BE06F-976A-4DEF-0392-18920BA06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FE84A-2E0D-42FA-3531-F4F1D58B8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82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76DD9-9730-B728-0B29-CE13F67F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91BFB-E81B-AB91-3396-4A19BA4AC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4C83E-921B-DC2C-ECB6-B87B7E8CE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DE2E8-6063-EAB1-5A88-0365CE9FA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98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FA88-2134-11D9-B438-5FCE3BF3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380F-B953-731D-DF52-8FEE506FF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333E5-C766-8D6A-30CD-B0B232427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C5366-7064-E09C-CB51-64D62864E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49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F5AF-3E9B-B06E-67B1-8BC72C560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F9840-40CB-D2A0-A269-3AEFD55DE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5A370-D044-0B64-14EC-B10E0A548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75095-6873-5A22-4BC4-425184135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645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C64-B920-590C-0560-6DAE7B2D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830C9-5375-7C52-EE05-89B25D9EE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E5C03-74F9-1AA8-15E8-700EDA8F2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2523D-751E-FA03-5995-F7AFB5004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079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FDFA-4412-89CC-3225-3FCFA4AA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48360-705C-FF91-716B-1A1EC1331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5088D-EE0A-0FA2-1FDD-938C812EF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1D355-2D30-1EEC-EABE-269613194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72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C747-CF14-37CA-0027-ACAB26DF9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07F80-93F4-E615-F4D0-DC2C4C52B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3813E-A7BB-DC0A-42E0-81B28D64F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C9F58-B1A6-866E-366B-E385F0B00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89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C614-A5D2-3F40-6DB7-23ACB22A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1C0C7-0657-0DC6-9989-E8706F6A9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D0AF7-3712-F312-6F5E-42884E201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BE4CE-C2FC-83D4-7A1C-87196FE8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68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7B8B-71AC-3ED5-F7A1-5A9CCB12B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71000-A8DC-D51E-5181-0B6C7F7FE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49E07-E062-F470-ED4D-A1FABBC81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29DB9-6194-0513-03D4-884FEB59C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429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37AB-23EE-2A16-86B6-2FCD32F6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1B3A4-12AE-054E-095E-1F04858CD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06824-5E5A-CB16-14CA-FEA9637DD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A4B15-73D5-F31C-6DFB-67258F297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617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CD07-EC7C-F648-F07D-CB39AB5E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30BA3-50C7-DABB-DA84-536CA6881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464A2-A19F-E1DA-180F-682DBC812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01D04-2D60-EB0B-D543-C7C63B5C0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67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DF98-F5E7-EA61-BBF4-16698AA8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30E00-9E97-5C60-C482-AECDA7C65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D5B64-56D9-149A-127B-45C03EE6E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E91C1-ECBC-9B88-C503-AA6B674C4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576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17CB-549F-1F83-5EB2-2C7D8D8D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CBC50-3DE5-214A-2E78-B400891C6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808E3-6CEC-DEE6-3AD5-D35DCB0AA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Including</a:t>
            </a:r>
            <a:r>
              <a:rPr lang="en-US" baseline="0" dirty="0"/>
              <a:t> Accenture word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41E31-6D1F-F94E-84E5-AFF2CB069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782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Bezug auf Beispiel „Aufbau eines Autos“ </a:t>
            </a:r>
          </a:p>
          <a:p>
            <a:r>
              <a:rPr lang="de-DE"/>
              <a:t>Nun auch Beleuchtung, Farben, Inneneinrichtung</a:t>
            </a:r>
          </a:p>
          <a:p>
            <a:r>
              <a:rPr lang="de-DE"/>
              <a:t>… Funktionsweise (grob)</a:t>
            </a:r>
          </a:p>
          <a:p>
            <a:r>
              <a:rPr lang="de-DE"/>
              <a:t>Accenture.com mit und ohne 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07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23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hlinkClick r:id="rId3"/>
              </a:rPr>
              <a:t>CSS Diner - Wo wir uns an CSS Selectors laben! (flukeout.github.io)</a:t>
            </a:r>
            <a:br>
              <a:rPr lang="de-DE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011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8568-35B9-82B1-AA21-B4898774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FAD89-77BA-B92F-3312-04741226A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10909-C236-3342-605D-C2D6A4AB2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</a:t>
            </a:r>
            <a:r>
              <a:rPr lang="en-US" dirty="0" err="1"/>
              <a:t>erklären</a:t>
            </a:r>
            <a:r>
              <a:rPr lang="en-US" dirty="0"/>
              <a:t> (</a:t>
            </a:r>
            <a:r>
              <a:rPr lang="en-US" dirty="0" err="1"/>
              <a:t>öffnender</a:t>
            </a:r>
            <a:r>
              <a:rPr lang="en-US" dirty="0"/>
              <a:t> Tag und </a:t>
            </a:r>
            <a:r>
              <a:rPr lang="en-US" dirty="0" err="1"/>
              <a:t>schließender</a:t>
            </a:r>
            <a:r>
              <a:rPr lang="en-US" dirty="0"/>
              <a:t> Tag)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568FB-042F-386D-097B-803C205C7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817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Beispiel Accenture Website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13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Simply search for </a:t>
            </a:r>
            <a:r>
              <a:rPr lang="en-US" dirty="0" err="1"/>
              <a:t>Flexboxfroggy</a:t>
            </a:r>
            <a:r>
              <a:rPr lang="en-US" dirty="0"/>
              <a:t> on google or https://flexboxfroggy.com/#de</a:t>
            </a:r>
          </a:p>
          <a:p>
            <a:pPr marL="0" indent="0" algn="l">
              <a:buFont typeface="+mj-lt"/>
              <a:buNone/>
            </a:pPr>
            <a:r>
              <a:rPr lang="en-US" dirty="0"/>
              <a:t>Solutions: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justify-content: flex-end;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justify-content: center;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justify-content: space-around;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justify-content: space-between;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align-items: flex-end;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align-items: center;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justify-content: center;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row-reverse;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column;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row-reverse;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justify-content: flex-end;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column-reverse;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row-reverse;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order: 1;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order: -3;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align-self: flex-end;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align-self: flex-end; order: 1;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flex-wrap: wrap;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column; flex-wrap: wrap;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flex-flow: column wrap;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align-content: flex-start;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align-content: flex-end;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flex-direction: column-reverse; align-content: center;</a:t>
            </a:r>
          </a:p>
          <a:p>
            <a:pPr algn="l">
              <a:buFont typeface="+mj-lt"/>
              <a:buAutoNum type="arabicPeriod"/>
            </a:pPr>
            <a:r>
              <a:rPr lang="de-DE" b="0" i="0" dirty="0">
                <a:solidFill>
                  <a:srgbClr val="111111"/>
                </a:solidFill>
                <a:effectLst/>
                <a:latin typeface="-apple-system"/>
              </a:rPr>
              <a:t>flex-flow: column-reverse wrap-reverse; justify-content: center; align-content: space-between;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90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49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flexboxfroggy.com/#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5003-E50F-4920-8113-75188D339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HTML &amp; CSS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15DEE-D72A-4564-A7D3-C5B4BDB1F4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…or how to build a website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C3FA9-19FA-4F19-9163-404FA5478B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Benjamin Mai</a:t>
            </a:r>
          </a:p>
        </p:txBody>
      </p:sp>
      <p:sp>
        <p:nvSpPr>
          <p:cNvPr id="5" name="Picture Placeholder 4" descr="Add client logo">
            <a:extLst>
              <a:ext uri="{FF2B5EF4-FFF2-40B4-BE49-F238E27FC236}">
                <a16:creationId xmlns:a16="http://schemas.microsoft.com/office/drawing/2014/main" id="{FEDC6390-D96E-40C8-BCA7-D615BC482B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56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7DA10-9CAC-4EB3-8793-C6B27D6E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HTML and CSS?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927B5-FED1-4C0E-A70D-018C9898F0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Short 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EF7F-8C4A-4A33-ADA4-EE63952AF9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5496288" cy="4362706"/>
          </a:xfrm>
        </p:spPr>
        <p:txBody>
          <a:bodyPr/>
          <a:lstStyle/>
          <a:p>
            <a:pPr lvl="0"/>
            <a:r>
              <a:rPr lang="en-US" dirty="0"/>
              <a:t>HTML = Hypertext Markup Language</a:t>
            </a:r>
          </a:p>
          <a:p>
            <a:pPr lvl="0"/>
            <a:r>
              <a:rPr lang="en-US" dirty="0"/>
              <a:t>CSS = Cascading Style Sheets</a:t>
            </a:r>
          </a:p>
          <a:p>
            <a:pPr lvl="0"/>
            <a:r>
              <a:rPr lang="en-US" dirty="0"/>
              <a:t>HTML is used to build the website, CSS is responsible for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519C1-9E16-4619-8454-11BB25938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88E60-B7F0-4078-82F8-E8511A8A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4" descr="JavaScript SEO: The Ultimate Guide">
            <a:extLst>
              <a:ext uri="{FF2B5EF4-FFF2-40B4-BE49-F238E27FC236}">
                <a16:creationId xmlns:a16="http://schemas.microsoft.com/office/drawing/2014/main" id="{6B1D2856-8463-69BE-EC1B-4CEB839EA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26"/>
          <a:stretch/>
        </p:blipFill>
        <p:spPr bwMode="auto">
          <a:xfrm>
            <a:off x="6511341" y="1810276"/>
            <a:ext cx="4675842" cy="38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51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B1CB-9274-4EBF-8824-3A53AE69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69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F631-156A-E64A-7117-8FA6B1DF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E7A5-5089-3AF8-BE60-4438D236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Hypertext Markup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8FCC7-EB5F-D5C4-D9F7-81BD7CC61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097" y="1949194"/>
            <a:ext cx="11423904" cy="186944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HTML documents are generally structures into 3 parts:</a:t>
            </a:r>
            <a:endParaRPr lang="en-US" dirty="0">
              <a:cs typeface="Arial"/>
            </a:endParaRPr>
          </a:p>
          <a:p>
            <a:pPr lvl="1"/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1E917-F412-2F7A-2DC8-0FA9D5D472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30A8F-A0DF-EDC1-7330-3AF1547BC2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AC919-00D2-FFC7-CBBD-5FCBEDEA4306}"/>
              </a:ext>
            </a:extLst>
          </p:cNvPr>
          <p:cNvSpPr txBox="1"/>
          <p:nvPr/>
        </p:nvSpPr>
        <p:spPr>
          <a:xfrm>
            <a:off x="652271" y="2561346"/>
            <a:ext cx="4419599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28600"/>
            <a:r>
              <a:rPr lang="en-US" sz="800" dirty="0">
                <a:solidFill>
                  <a:schemeClr val="accent3">
                    <a:lumMod val="75000"/>
                  </a:schemeClr>
                </a:solidFill>
                <a:ea typeface="+mn-lt"/>
                <a:cs typeface="+mn-lt"/>
              </a:rPr>
              <a:t>&lt;!DOCTYPE html&gt;</a:t>
            </a:r>
            <a:br>
              <a:rPr lang="en-US" sz="800" dirty="0">
                <a:solidFill>
                  <a:schemeClr val="accent3">
                    <a:lumMod val="75000"/>
                  </a:schemeClr>
                </a:solidFill>
                <a:ea typeface="+mn-lt"/>
                <a:cs typeface="+mn-lt"/>
              </a:rPr>
            </a:br>
            <a:endParaRPr lang="en-US" sz="800" dirty="0">
              <a:solidFill>
                <a:schemeClr val="accent3">
                  <a:lumMod val="75000"/>
                </a:schemeClr>
              </a:solidFill>
              <a:cs typeface="Arial"/>
            </a:endParaRPr>
          </a:p>
          <a:p>
            <a:pPr defTabSz="228600"/>
            <a:r>
              <a:rPr lang="en-US" sz="800" dirty="0">
                <a:ea typeface="+mn-lt"/>
                <a:cs typeface="+mn-lt"/>
              </a:rPr>
              <a:t>&lt;html&gt;</a:t>
            </a:r>
            <a:br>
              <a:rPr lang="en-US" sz="800" dirty="0">
                <a:ea typeface="+mn-lt"/>
                <a:cs typeface="+mn-lt"/>
              </a:rPr>
            </a:br>
            <a:endParaRPr lang="en-US" sz="800" dirty="0">
              <a:cs typeface="Arial"/>
            </a:endParaRPr>
          </a:p>
          <a:p>
            <a:pPr defTabSz="228600"/>
            <a:r>
              <a:rPr lang="en-US" sz="800" dirty="0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  <a:t>&lt;head&gt;</a:t>
            </a:r>
            <a:br>
              <a:rPr lang="en-US" sz="800" dirty="0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</a:br>
            <a:endParaRPr lang="en-US" sz="800" dirty="0">
              <a:cs typeface="Arial"/>
            </a:endParaRPr>
          </a:p>
          <a:p>
            <a:pPr defTabSz="228600"/>
            <a:r>
              <a:rPr lang="en-US" sz="800" dirty="0">
                <a:ea typeface="+mn-lt"/>
                <a:cs typeface="+mn-lt"/>
              </a:rPr>
              <a:t>    &lt;meta charset="UTF-8"&gt;</a:t>
            </a:r>
          </a:p>
          <a:p>
            <a:pPr defTabSz="228600"/>
            <a:r>
              <a:rPr lang="en-US" sz="800" dirty="0">
                <a:ea typeface="+mn-lt"/>
                <a:cs typeface="+mn-lt"/>
              </a:rPr>
              <a:t>    &lt;title&gt;Page Title&lt;/title&gt;</a:t>
            </a:r>
            <a:endParaRPr lang="en-US" sz="800" dirty="0">
              <a:cs typeface="Arial"/>
            </a:endParaRPr>
          </a:p>
          <a:p>
            <a:pPr defTabSz="228600"/>
            <a:r>
              <a:rPr lang="en-US" sz="800" dirty="0">
                <a:ea typeface="+mn-lt"/>
                <a:cs typeface="+mn-lt"/>
              </a:rPr>
              <a:t>    &lt;meta name="viewport" content="width=device-width, initial-scale=1.0"&gt;</a:t>
            </a:r>
            <a:endParaRPr lang="en-US" sz="800" dirty="0">
              <a:cs typeface="Arial"/>
            </a:endParaRPr>
          </a:p>
          <a:p>
            <a:pPr defTabSz="228600"/>
            <a:r>
              <a:rPr lang="en-US" sz="800" dirty="0">
                <a:ea typeface="+mn-lt"/>
                <a:cs typeface="+mn-lt"/>
              </a:rPr>
              <a:t>    &lt;Additional metadata and resources can be inserted here &gt;</a:t>
            </a:r>
            <a:br>
              <a:rPr lang="en-US" sz="800" dirty="0">
                <a:ea typeface="+mn-lt"/>
                <a:cs typeface="+mn-lt"/>
              </a:rPr>
            </a:br>
            <a:endParaRPr lang="en-US" sz="800" dirty="0">
              <a:cs typeface="Arial"/>
            </a:endParaRPr>
          </a:p>
          <a:p>
            <a:pPr defTabSz="228600"/>
            <a:r>
              <a:rPr lang="en-US" sz="800" dirty="0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  <a:t>&lt;/head&gt;</a:t>
            </a:r>
            <a:br>
              <a:rPr lang="en-US" sz="800" dirty="0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</a:br>
            <a:br>
              <a:rPr lang="en-US" sz="800" dirty="0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</a:br>
            <a:endParaRPr lang="en-US" sz="800" dirty="0">
              <a:solidFill>
                <a:schemeClr val="accent6">
                  <a:lumMod val="75000"/>
                </a:schemeClr>
              </a:solidFill>
              <a:cs typeface="Arial"/>
            </a:endParaRPr>
          </a:p>
          <a:p>
            <a:pPr defTabSz="228600"/>
            <a:r>
              <a:rPr lang="en-US" sz="8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&lt;body&gt;</a:t>
            </a:r>
            <a:br>
              <a:rPr lang="en-US" sz="8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</a:br>
            <a:endParaRPr lang="en-US" sz="800" dirty="0">
              <a:solidFill>
                <a:schemeClr val="accent6">
                  <a:lumMod val="50000"/>
                </a:schemeClr>
              </a:solidFill>
              <a:cs typeface="Arial"/>
            </a:endParaRPr>
          </a:p>
          <a:p>
            <a:pPr defTabSz="228600"/>
            <a:r>
              <a:rPr lang="en-US" sz="800" dirty="0">
                <a:ea typeface="+mn-lt"/>
                <a:cs typeface="+mn-lt"/>
              </a:rPr>
              <a:t>    &lt; Content such as images, links, text, etc. can be inserted here &gt;</a:t>
            </a:r>
            <a:br>
              <a:rPr lang="en-US" sz="800" dirty="0">
                <a:ea typeface="+mn-lt"/>
                <a:cs typeface="+mn-lt"/>
              </a:rPr>
            </a:br>
            <a:endParaRPr lang="en-US" sz="800" dirty="0">
              <a:ea typeface="+mn-lt"/>
              <a:cs typeface="+mn-lt"/>
            </a:endParaRPr>
          </a:p>
          <a:p>
            <a:pPr defTabSz="228600"/>
            <a:r>
              <a:rPr lang="en-US" sz="8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&lt;/body&gt;</a:t>
            </a:r>
            <a:br>
              <a:rPr lang="en-US" sz="800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</a:br>
            <a:br>
              <a:rPr lang="en-US" sz="800" dirty="0">
                <a:solidFill>
                  <a:schemeClr val="accent6">
                    <a:lumMod val="50000"/>
                  </a:schemeClr>
                </a:solidFill>
                <a:cs typeface="Arial"/>
              </a:rPr>
            </a:br>
            <a:endParaRPr lang="en-US" sz="800" dirty="0">
              <a:solidFill>
                <a:schemeClr val="accent6">
                  <a:lumMod val="50000"/>
                </a:schemeClr>
              </a:solidFill>
              <a:cs typeface="Arial"/>
            </a:endParaRPr>
          </a:p>
          <a:p>
            <a:pPr defTabSz="228600"/>
            <a:r>
              <a:rPr lang="en-US" sz="800" dirty="0">
                <a:ea typeface="+mn-lt"/>
                <a:cs typeface="+mn-lt"/>
              </a:rPr>
              <a:t>&lt;/html&gt;</a:t>
            </a:r>
            <a:endParaRPr lang="en-US" sz="800" dirty="0">
              <a:cs typeface="Arial"/>
            </a:endParaRPr>
          </a:p>
          <a:p>
            <a:pPr defTabSz="228600"/>
            <a:endParaRPr lang="en-US" dirty="0">
              <a:cs typeface="Arial"/>
            </a:endParaRPr>
          </a:p>
          <a:p>
            <a:pPr defTabSz="228600"/>
            <a:endParaRPr lang="en-US" noProof="0" dirty="0"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B861CD-5CE1-E8BC-D621-7082B2D86661}"/>
              </a:ext>
            </a:extLst>
          </p:cNvPr>
          <p:cNvSpPr/>
          <p:nvPr/>
        </p:nvSpPr>
        <p:spPr>
          <a:xfrm>
            <a:off x="615696" y="3026804"/>
            <a:ext cx="3480816" cy="1030224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D693F1-9F37-364A-5C8B-DF3CF2863BAD}"/>
              </a:ext>
            </a:extLst>
          </p:cNvPr>
          <p:cNvSpPr/>
          <p:nvPr/>
        </p:nvSpPr>
        <p:spPr>
          <a:xfrm>
            <a:off x="615696" y="4258196"/>
            <a:ext cx="3487328" cy="690932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D079ED-DC9A-3BE6-2E0A-57992C259CAA}"/>
              </a:ext>
            </a:extLst>
          </p:cNvPr>
          <p:cNvCxnSpPr>
            <a:cxnSpLocks/>
          </p:cNvCxnSpPr>
          <p:nvPr/>
        </p:nvCxnSpPr>
        <p:spPr>
          <a:xfrm flipV="1">
            <a:off x="4099178" y="3595070"/>
            <a:ext cx="902208" cy="60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6376EB-8FDD-B420-0F60-6DEDAFEF168E}"/>
              </a:ext>
            </a:extLst>
          </p:cNvPr>
          <p:cNvCxnSpPr>
            <a:cxnSpLocks/>
          </p:cNvCxnSpPr>
          <p:nvPr/>
        </p:nvCxnSpPr>
        <p:spPr>
          <a:xfrm>
            <a:off x="4099178" y="4583950"/>
            <a:ext cx="902208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3F71D0-1FB2-EDC4-3935-79DBD418A419}"/>
              </a:ext>
            </a:extLst>
          </p:cNvPr>
          <p:cNvSpPr txBox="1"/>
          <p:nvPr/>
        </p:nvSpPr>
        <p:spPr>
          <a:xfrm>
            <a:off x="5041392" y="3078620"/>
            <a:ext cx="620363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28600">
              <a:spcAft>
                <a:spcPts val="1200"/>
              </a:spcAft>
            </a:pPr>
            <a:r>
              <a:rPr lang="en-US" sz="2000" dirty="0"/>
              <a:t>The </a:t>
            </a:r>
            <a:r>
              <a:rPr lang="en-US" sz="2000" i="1" dirty="0"/>
              <a:t>head </a:t>
            </a:r>
            <a:r>
              <a:rPr lang="en-US" sz="2000" dirty="0"/>
              <a:t>of the document where information is placed, e.g., title, language, date, but also meta information like device scaling, icon usage,…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331F07-EBCC-4BCE-FE45-13A1E1CD5026}"/>
              </a:ext>
            </a:extLst>
          </p:cNvPr>
          <p:cNvSpPr txBox="1"/>
          <p:nvPr/>
        </p:nvSpPr>
        <p:spPr>
          <a:xfrm>
            <a:off x="5108445" y="4141819"/>
            <a:ext cx="56088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28600">
              <a:spcAft>
                <a:spcPts val="1200"/>
              </a:spcAft>
            </a:pPr>
            <a:r>
              <a:rPr lang="en-US" sz="2000" dirty="0"/>
              <a:t>The </a:t>
            </a:r>
            <a:r>
              <a:rPr lang="en-US" sz="2000" i="1" dirty="0"/>
              <a:t>body</a:t>
            </a:r>
            <a:r>
              <a:rPr lang="en-US" sz="2000" dirty="0"/>
              <a:t> of the document, where the information is placed which is being displayed within the browser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168D5F-0E1A-B14D-5D5C-0EA909D2B84F}"/>
              </a:ext>
            </a:extLst>
          </p:cNvPr>
          <p:cNvSpPr/>
          <p:nvPr/>
        </p:nvSpPr>
        <p:spPr>
          <a:xfrm>
            <a:off x="615696" y="2518804"/>
            <a:ext cx="3487328" cy="177045"/>
          </a:xfrm>
          <a:prstGeom prst="rect">
            <a:avLst/>
          </a:prstGeom>
          <a:noFill/>
          <a:ln w="3810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F6DAF3-EAD1-DC1E-AFC1-FE9BF37BDAEC}"/>
              </a:ext>
            </a:extLst>
          </p:cNvPr>
          <p:cNvCxnSpPr>
            <a:cxnSpLocks/>
          </p:cNvCxnSpPr>
          <p:nvPr/>
        </p:nvCxnSpPr>
        <p:spPr>
          <a:xfrm flipV="1">
            <a:off x="4099178" y="2606189"/>
            <a:ext cx="902208" cy="6096"/>
          </a:xfrm>
          <a:prstGeom prst="straightConnector1">
            <a:avLst/>
          </a:prstGeom>
          <a:ln w="28575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78DEF8E-BBFB-EBCC-5667-8CD177211EA4}"/>
              </a:ext>
            </a:extLst>
          </p:cNvPr>
          <p:cNvSpPr txBox="1"/>
          <p:nvPr/>
        </p:nvSpPr>
        <p:spPr>
          <a:xfrm>
            <a:off x="5043528" y="2449169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28600">
              <a:spcAft>
                <a:spcPts val="1200"/>
              </a:spcAft>
            </a:pPr>
            <a:r>
              <a:rPr lang="en-US" sz="2000"/>
              <a:t>The </a:t>
            </a:r>
            <a:r>
              <a:rPr lang="en-US" sz="2000" i="1"/>
              <a:t>doctype</a:t>
            </a:r>
            <a:r>
              <a:rPr lang="en-US" sz="2000"/>
              <a:t> definition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FC0FCCE-1E98-FEAC-14A1-456B228D3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6052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F51B1-5A89-2277-7FE7-E4B1E2E7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762C-D1E4-6F2F-FE22-D8F31ADD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Hypertext Markup Language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F47A6-4886-08A0-32AD-C0F8003A52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HTML in VS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437F6-4086-7CB6-208E-49D3A754E63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Can be automatically created in VS Code by typing a single ‘!’ end clicking Enter</a:t>
            </a:r>
          </a:p>
          <a:p>
            <a:pPr marL="0" lv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F2122-2855-9944-4227-EEEC9F3B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186F98-BF3A-78EF-4280-0B5EDD3E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77" y="2386582"/>
            <a:ext cx="5492023" cy="184562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238F638-DD05-C927-620D-18930AEBE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97638"/>
            <a:ext cx="4114800" cy="198437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2698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D8C9-5D33-CEE6-AE6B-581F18E3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566A-870C-B059-C35C-F7C92E5C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71B4E-656D-F863-7BEB-9F3193964E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97C66-BF27-56F6-57F7-B10271FAC6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HTML uses tags to define and structure content.</a:t>
            </a:r>
          </a:p>
          <a:p>
            <a:r>
              <a:rPr lang="en-US" dirty="0"/>
              <a:t>They indicate how elements should be displayed and function within a web page.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Structure:</a:t>
            </a:r>
          </a:p>
          <a:p>
            <a:pPr marL="0" lvl="0" indent="0">
              <a:buNone/>
            </a:pPr>
            <a:r>
              <a:rPr lang="en-US" dirty="0"/>
              <a:t>&lt;tag&gt;Content&lt;/tag&gt;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Example:</a:t>
            </a:r>
          </a:p>
          <a:p>
            <a:pPr marL="0" lvl="0" indent="0">
              <a:buNone/>
            </a:pPr>
            <a:r>
              <a:rPr lang="en-US" dirty="0"/>
              <a:t>&lt;h1&gt;This is a Header&lt;/h1&gt;</a:t>
            </a:r>
          </a:p>
          <a:p>
            <a:pPr marL="0" lvl="0" indent="0">
              <a:buNone/>
            </a:pPr>
            <a:r>
              <a:rPr lang="en-US" dirty="0"/>
              <a:t>&lt;p&gt;This is a line of text&lt;/p&gt;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A5F9-9A97-311B-402C-8DA65797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E8E122-4635-4B3D-1D60-372CDF1C5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704" y="4451634"/>
            <a:ext cx="2324424" cy="111458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6A2F6EE-85A3-3755-F260-8880A2109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7968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04C5-5B02-5A5A-9CA8-08B77DF1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1108-BBFB-8280-CF57-B619EDC200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767840"/>
            <a:ext cx="11430000" cy="454406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Opening and Closing Tags</a:t>
            </a:r>
          </a:p>
          <a:p>
            <a:r>
              <a:rPr lang="en-US" sz="1800" dirty="0"/>
              <a:t>Most tags come in pairs: opening (&lt;tag&gt;) and closing (&lt;/tag&gt;).</a:t>
            </a:r>
          </a:p>
          <a:p>
            <a:r>
              <a:rPr lang="en-US" sz="1800" dirty="0"/>
              <a:t>Content between opening and closing tags is affected by the tag's purpose.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Purpose of Tags</a:t>
            </a:r>
          </a:p>
          <a:p>
            <a:r>
              <a:rPr lang="en-US" sz="1800" b="1" dirty="0"/>
              <a:t>Structuring</a:t>
            </a:r>
            <a:r>
              <a:rPr lang="en-US" sz="1800" dirty="0"/>
              <a:t> </a:t>
            </a:r>
            <a:r>
              <a:rPr lang="en-US" sz="1800" b="1" dirty="0"/>
              <a:t>Content</a:t>
            </a:r>
            <a:r>
              <a:rPr lang="en-US" sz="1800" dirty="0"/>
              <a:t>: Tags define the layout and hierarchy of elements on a page.</a:t>
            </a:r>
          </a:p>
          <a:p>
            <a:r>
              <a:rPr lang="en-US" sz="1800" b="1" dirty="0"/>
              <a:t>Semantic</a:t>
            </a:r>
            <a:r>
              <a:rPr lang="en-US" sz="1800" dirty="0"/>
              <a:t> </a:t>
            </a:r>
            <a:r>
              <a:rPr lang="en-US" sz="1800" b="1" dirty="0"/>
              <a:t>Meaning</a:t>
            </a:r>
            <a:r>
              <a:rPr lang="en-US" sz="1800" dirty="0"/>
              <a:t>: Some tags convey specific meanings (e.g., headings, paragraphs).</a:t>
            </a:r>
          </a:p>
          <a:p>
            <a:r>
              <a:rPr lang="en-US" sz="1800" b="1" dirty="0"/>
              <a:t>Formatting</a:t>
            </a:r>
            <a:r>
              <a:rPr lang="en-US" sz="1800" dirty="0"/>
              <a:t>: Tags control text formatting, such as bold (&lt;strong&gt;) or italic (&lt;</a:t>
            </a:r>
            <a:r>
              <a:rPr lang="en-US" sz="1800" dirty="0" err="1"/>
              <a:t>em</a:t>
            </a:r>
            <a:r>
              <a:rPr lang="en-US" sz="1800" dirty="0"/>
              <a:t>&gt;).</a:t>
            </a:r>
          </a:p>
          <a:p>
            <a:r>
              <a:rPr lang="en-US" sz="1800" b="1" dirty="0"/>
              <a:t>Embedding</a:t>
            </a:r>
            <a:r>
              <a:rPr lang="en-US" sz="1800" dirty="0"/>
              <a:t> </a:t>
            </a:r>
            <a:r>
              <a:rPr lang="en-US" sz="1800" b="1" dirty="0"/>
              <a:t>Media</a:t>
            </a:r>
            <a:r>
              <a:rPr lang="en-US" sz="1800" dirty="0"/>
              <a:t>: Tags like &lt;</a:t>
            </a:r>
            <a:r>
              <a:rPr lang="en-US" sz="1800" dirty="0" err="1"/>
              <a:t>img</a:t>
            </a:r>
            <a:r>
              <a:rPr lang="en-US" sz="1800" dirty="0"/>
              <a:t>&gt; embed images, enhancing visual content.</a:t>
            </a:r>
          </a:p>
          <a:p>
            <a:r>
              <a:rPr lang="en-US" sz="1800" b="1" dirty="0"/>
              <a:t>Linking</a:t>
            </a:r>
            <a:r>
              <a:rPr lang="en-US" sz="1800" dirty="0"/>
              <a:t>: The &lt;a&gt; tag creates hyperlinks to other resources or pages.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05A24-ECE8-E8A2-6F16-606B72EA5B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33C96-7257-E315-2029-8C8DF1827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376989-0FDD-3736-A625-F1CFAE564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9404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AFF5-82A8-9457-95DE-637F7C18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6E98-0476-CED2-5CE0-AE37F666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7D6D3-BBAC-163B-3A42-10F96E1C9E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Tags for structuring and formatting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DAC22-4655-5636-7680-9307E6FFA8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&lt;h1&gt;, &lt;h2&gt;, … &lt;h6&gt;				Headings</a:t>
            </a:r>
          </a:p>
          <a:p>
            <a:pPr lvl="0"/>
            <a:r>
              <a:rPr lang="en-US" dirty="0"/>
              <a:t>&lt;p&gt;												Paragraph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Use these inside of &lt;p&gt; or &lt;h&gt; tags:</a:t>
            </a:r>
          </a:p>
          <a:p>
            <a:pPr lvl="0"/>
            <a:r>
              <a:rPr lang="en-US" dirty="0"/>
              <a:t>&lt;b&gt;, &lt;strong&gt;						Bold text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&gt;, &lt;</a:t>
            </a:r>
            <a:r>
              <a:rPr lang="en-US" dirty="0" err="1"/>
              <a:t>em</a:t>
            </a:r>
            <a:r>
              <a:rPr lang="en-US" dirty="0"/>
              <a:t>&gt;									Italic text</a:t>
            </a:r>
          </a:p>
          <a:p>
            <a:pPr lvl="0"/>
            <a:r>
              <a:rPr lang="en-US" dirty="0"/>
              <a:t>&lt;sub&gt;										Sub text</a:t>
            </a:r>
          </a:p>
          <a:p>
            <a:pPr lvl="0"/>
            <a:r>
              <a:rPr lang="en-US" dirty="0"/>
              <a:t>&lt;small&gt;										Smaller text</a:t>
            </a:r>
          </a:p>
          <a:p>
            <a:pPr lvl="0"/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											Line break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8DEAF-11D8-705C-BD87-C8FE5826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E4334D-6FC0-4756-E758-6FCBF8083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333" y="1923708"/>
            <a:ext cx="3784582" cy="376965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26AEEE0-441C-DE8B-557C-5893F3EF6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179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3D5F-D105-69EF-5566-FDD6DEBE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3B76-6952-5C80-B935-5569A8D0D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4F4A7-E0DA-B6E9-2B09-C47D336747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Exercise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5CE39-DC2A-DBF9-D72C-9B6B88FD1C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Tasks:</a:t>
            </a:r>
          </a:p>
          <a:p>
            <a:r>
              <a:rPr lang="en-US" dirty="0"/>
              <a:t>Create an HTML file in Visual Studio Code (we’ll do this together).</a:t>
            </a:r>
          </a:p>
          <a:p>
            <a:r>
              <a:rPr lang="en-US" dirty="0"/>
              <a:t>Create a small overview about yourself using basic text and formatting tags.</a:t>
            </a:r>
          </a:p>
          <a:p>
            <a:r>
              <a:rPr lang="en-US" dirty="0"/>
              <a:t>This should contain your name, some information about job and your dual studies and a short About Me section.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/>
              <a:t>Max </a:t>
            </a:r>
            <a:r>
              <a:rPr lang="en-US" b="1" dirty="0" err="1"/>
              <a:t>Mustermann</a:t>
            </a:r>
            <a:endParaRPr lang="en-US" b="1" dirty="0"/>
          </a:p>
          <a:p>
            <a:pPr marL="0" indent="0">
              <a:buNone/>
            </a:pPr>
            <a:r>
              <a:rPr lang="en-US" sz="1400" b="1" dirty="0"/>
              <a:t>Dual Student at Accenture</a:t>
            </a:r>
          </a:p>
          <a:p>
            <a:pPr marL="0" indent="0">
              <a:buNone/>
            </a:pPr>
            <a:r>
              <a:rPr lang="en-US" sz="1400" dirty="0"/>
              <a:t>I’m studying Business Informatics in Dresden.</a:t>
            </a:r>
          </a:p>
          <a:p>
            <a:pPr marL="0" indent="0">
              <a:buNone/>
            </a:pPr>
            <a:r>
              <a:rPr lang="en-US" sz="1400" b="1" dirty="0"/>
              <a:t>About me</a:t>
            </a:r>
          </a:p>
          <a:p>
            <a:pPr marL="0" indent="0">
              <a:buNone/>
            </a:pPr>
            <a:r>
              <a:rPr lang="en-US" sz="1400" dirty="0"/>
              <a:t>Some personal information.</a:t>
            </a:r>
          </a:p>
          <a:p>
            <a:pPr marL="0" indent="0">
              <a:buNone/>
            </a:pPr>
            <a:r>
              <a:rPr lang="en-US" sz="1400" dirty="0"/>
              <a:t>And </a:t>
            </a:r>
            <a:r>
              <a:rPr lang="en-US" sz="1400" i="1" dirty="0"/>
              <a:t>some more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1897-5DDB-F947-ECA2-4A590F3E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67FD775-16EB-DB7B-4FFB-82CF0017A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79644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712E-A4FC-26EB-A431-D74D3EEA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Hypertext Markup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BCE1A-3189-E52C-C309-965C8E1C25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591473"/>
            <a:ext cx="8274388" cy="4483100"/>
          </a:xfrm>
        </p:spPr>
        <p:txBody>
          <a:bodyPr/>
          <a:lstStyle/>
          <a:p>
            <a:r>
              <a:rPr lang="en-US" sz="1800" dirty="0"/>
              <a:t>Headings (&lt;h1&gt; to &lt;h6&gt;) are used to create hierarchical structure in content.</a:t>
            </a:r>
          </a:p>
          <a:p>
            <a:r>
              <a:rPr lang="en-US" sz="1800" dirty="0"/>
              <a:t>They provide visual cues about the importance of text sections.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Hierarchy:</a:t>
            </a:r>
          </a:p>
          <a:p>
            <a:r>
              <a:rPr lang="en-US" sz="1800" dirty="0"/>
              <a:t>&lt;h1&gt; is the highest level and represents the main heading.</a:t>
            </a:r>
          </a:p>
          <a:p>
            <a:r>
              <a:rPr lang="en-US" sz="1800" dirty="0"/>
              <a:t>&lt;h2&gt; follows for subheadings, &lt;h3&gt; for sub-subheadings, and so on.</a:t>
            </a:r>
          </a:p>
          <a:p>
            <a:endParaRPr lang="en-US" sz="105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Semantic Meaning:</a:t>
            </a:r>
          </a:p>
          <a:p>
            <a:r>
              <a:rPr lang="en-US" sz="1800" dirty="0"/>
              <a:t>Headings not only affect appearance but also convey semantic meaning.</a:t>
            </a:r>
          </a:p>
          <a:p>
            <a:r>
              <a:rPr lang="en-US" sz="1800" dirty="0"/>
              <a:t>Search engines use headings to understand content structure.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Usage:</a:t>
            </a:r>
          </a:p>
          <a:p>
            <a:r>
              <a:rPr lang="en-US" sz="1800" dirty="0"/>
              <a:t>Use headings to organize content and guide readers through sections.</a:t>
            </a:r>
          </a:p>
          <a:p>
            <a:r>
              <a:rPr lang="en-US" sz="1800" dirty="0"/>
              <a:t>Avoid skipping heading levels for proper structure.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01192-339E-1C24-3C54-16C0D7B2B2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Headings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2FFD5-918C-CED7-2FE6-B08FC06A28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E3FA8-5A8C-14C8-B7D5-60E7BDCF6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7008" y="1618487"/>
            <a:ext cx="2983992" cy="261213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&lt;h1&gt;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Main Heading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&lt;/h1&gt;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&lt;p&gt;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Some introduction...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&lt;/p&gt;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&lt;h2&gt;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Subheading 1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&lt;/h2&gt;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&lt;p&gt;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Content...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&lt;/p&gt;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&lt;h2&gt;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Subheading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&lt;/h2&gt;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&lt;p&gt;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Content...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&lt;/p&gt;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&lt;h3&gt;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Sub-subheading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&lt;/h3&gt;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&lt;p&gt;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Content...</a:t>
            </a:r>
            <a:r>
              <a:rPr lang="en-US" sz="1400" b="1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&lt;/p&gt;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BD958BE-1059-0993-D2E3-A4F2DC7AA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7049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D931-8112-BF58-70B5-8FC233A4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C49A-89B1-D20E-E67F-59CEA26A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D66D9-F919-014E-1B86-7FB3A4640E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4017-2FCB-D6E5-EDC9-EEC6DE2324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>
                <a:solidFill>
                  <a:schemeClr val="accent1"/>
                </a:solidFill>
              </a:rPr>
              <a:t>Unordered Lists (&lt;ul&gt;):</a:t>
            </a:r>
            <a:r>
              <a:rPr lang="en-US" dirty="0"/>
              <a:t>​</a:t>
            </a:r>
          </a:p>
          <a:p>
            <a:pPr lvl="0" fontAlgn="base"/>
            <a:r>
              <a:rPr lang="en-US" dirty="0"/>
              <a:t>Create bullet-point lists.​</a:t>
            </a:r>
          </a:p>
          <a:p>
            <a:pPr lvl="0" fontAlgn="base"/>
            <a:r>
              <a:rPr lang="en-US" dirty="0"/>
              <a:t>Use &lt;li&gt; (list item) tags for each item.​</a:t>
            </a:r>
          </a:p>
          <a:p>
            <a:pPr lvl="0" fontAlgn="base"/>
            <a:r>
              <a:rPr lang="en-US" dirty="0"/>
              <a:t>Provides a visual hierarchy without indicating specific order.​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>
                <a:solidFill>
                  <a:schemeClr val="accent1"/>
                </a:solidFill>
              </a:rPr>
              <a:t>Ordered Lists (&lt;</a:t>
            </a:r>
            <a:r>
              <a:rPr lang="en-US" b="1" dirty="0" err="1">
                <a:solidFill>
                  <a:schemeClr val="accent1"/>
                </a:solidFill>
              </a:rPr>
              <a:t>ol</a:t>
            </a:r>
            <a:r>
              <a:rPr lang="en-US" b="1" dirty="0">
                <a:solidFill>
                  <a:schemeClr val="accent1"/>
                </a:solidFill>
              </a:rPr>
              <a:t>&gt;):</a:t>
            </a:r>
            <a:r>
              <a:rPr lang="en-US" dirty="0">
                <a:solidFill>
                  <a:schemeClr val="accent1"/>
                </a:solidFill>
              </a:rPr>
              <a:t>​</a:t>
            </a:r>
          </a:p>
          <a:p>
            <a:pPr lvl="0" fontAlgn="base"/>
            <a:r>
              <a:rPr lang="en-US" dirty="0"/>
              <a:t>Create numbered or ordered lists.​</a:t>
            </a:r>
          </a:p>
          <a:p>
            <a:pPr lvl="0" fontAlgn="base"/>
            <a:r>
              <a:rPr lang="en-US" dirty="0"/>
              <a:t>Also use &lt;li&gt; tags for each item.​</a:t>
            </a:r>
          </a:p>
          <a:p>
            <a:pPr lvl="0" fontAlgn="base"/>
            <a:r>
              <a:rPr lang="en-US" dirty="0"/>
              <a:t>Indicates a sequential or ranked order.​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F86FE-5792-EA6D-E73B-2F456265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0F82A08-F064-C6C1-2C15-D6380F0EF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855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B904-E55D-144A-B6AD-DFC2B93A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41A-346C-976F-A125-B9D9FD66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8147D-C4C2-6DAF-9A80-EE33470BF4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Lists Example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23958F-315C-EC76-2903-EE20C7E1F48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381000" y="1767966"/>
            <a:ext cx="4000383" cy="43624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46629-7A06-D809-4F9D-7DBE2D1A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522AFD-5F6A-A955-C840-E49458744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289" y="2483085"/>
            <a:ext cx="2963456" cy="2919553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10EC7B-2A59-0F80-E3DC-305A9AAF8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17481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6E32-E769-6BD2-7E3B-E3137363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CA4E-1630-3A2C-F0A1-A30E79FC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9D559-B68B-C5A5-D7BC-82F1E4F959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Anchor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7B39-9B87-D99B-BA71-AF1D7E24B6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718848"/>
            <a:ext cx="11430000" cy="4362706"/>
          </a:xfrm>
        </p:spPr>
        <p:txBody>
          <a:bodyPr/>
          <a:lstStyle/>
          <a:p>
            <a:pPr lvl="0" fontAlgn="base"/>
            <a:r>
              <a:rPr lang="en-US" dirty="0"/>
              <a:t>Anchor tags, &lt;a&gt;, create hyperlinks to other web pages or resources.​</a:t>
            </a:r>
          </a:p>
          <a:p>
            <a:pPr lvl="0" fontAlgn="base"/>
            <a:r>
              <a:rPr lang="en-US" dirty="0"/>
              <a:t>They enable navigation and linking within a webpage or to external content.​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 Attribute:</a:t>
            </a:r>
            <a:r>
              <a:rPr lang="en-US" dirty="0">
                <a:solidFill>
                  <a:schemeClr val="accent1"/>
                </a:solidFill>
              </a:rPr>
              <a:t>​</a:t>
            </a:r>
          </a:p>
          <a:p>
            <a:pPr lvl="0" fontAlgn="base"/>
            <a:r>
              <a:rPr lang="en-US" dirty="0"/>
              <a:t>The </a:t>
            </a:r>
            <a:r>
              <a:rPr lang="en-US" dirty="0" err="1"/>
              <a:t>href</a:t>
            </a:r>
            <a:r>
              <a:rPr lang="en-US" dirty="0"/>
              <a:t> attribute specifies the destination URL for the link.​</a:t>
            </a:r>
          </a:p>
          <a:p>
            <a:pPr lvl="0" fontAlgn="base"/>
            <a:r>
              <a:rPr lang="en-US" dirty="0"/>
              <a:t>Syntax: &lt;a </a:t>
            </a:r>
            <a:r>
              <a:rPr lang="en-US" dirty="0" err="1"/>
              <a:t>href</a:t>
            </a:r>
            <a:r>
              <a:rPr lang="en-US" dirty="0"/>
              <a:t>=“</a:t>
            </a:r>
            <a:r>
              <a:rPr lang="en-US" dirty="0" err="1"/>
              <a:t>url</a:t>
            </a:r>
            <a:r>
              <a:rPr lang="en-US" dirty="0"/>
              <a:t>”&gt;Text to be displayed&lt;/a&gt;</a:t>
            </a:r>
          </a:p>
          <a:p>
            <a:pPr lvl="0" fontAlgn="base"/>
            <a:r>
              <a:rPr lang="en-US" dirty="0"/>
              <a:t>Can be an absolute URL (e.g., http://www.example.com) or relative URL(/about.html).​</a:t>
            </a:r>
          </a:p>
          <a:p>
            <a:pPr lvl="0" fontAlgn="base"/>
            <a:endParaRPr lang="en-US" dirty="0"/>
          </a:p>
          <a:p>
            <a:pPr marL="0" indent="0" fontAlgn="base">
              <a:buNone/>
            </a:pPr>
            <a:r>
              <a:rPr lang="en-US" b="1" dirty="0">
                <a:solidFill>
                  <a:schemeClr val="accent1"/>
                </a:solidFill>
              </a:rPr>
              <a:t>Target Attribute:</a:t>
            </a:r>
            <a:r>
              <a:rPr lang="en-US" dirty="0">
                <a:solidFill>
                  <a:schemeClr val="accent1"/>
                </a:solidFill>
              </a:rPr>
              <a:t>​</a:t>
            </a:r>
          </a:p>
          <a:p>
            <a:pPr lvl="0" fontAlgn="base"/>
            <a:r>
              <a:rPr lang="en-US" dirty="0"/>
              <a:t>The target attribute controls how the link is opened.​</a:t>
            </a:r>
          </a:p>
          <a:p>
            <a:pPr lvl="0" fontAlgn="base"/>
            <a:r>
              <a:rPr lang="en-US" dirty="0"/>
              <a:t>"_blank" opens the link in a new tab or window.​</a:t>
            </a:r>
          </a:p>
          <a:p>
            <a:pPr lvl="0" fontAlgn="base"/>
            <a:r>
              <a:rPr lang="en-US" dirty="0"/>
              <a:t>"_self" (default) opens the link in the same tab or window.​</a:t>
            </a:r>
          </a:p>
          <a:p>
            <a:pPr marL="0" lvl="0" indent="0" fontAlgn="base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2AFAB-C0EA-B332-A9D0-B3009F51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0615456-EE1B-DE0E-DFF0-3D20C11CF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02691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EB1B-78D0-7C7A-3BBF-EB7A6443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1B80-4527-7050-5991-7B7DB5DD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F993F-3C9A-2B36-3A14-ADF99E4CED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Anchor Example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404D-6C33-63ED-896E-077F28B7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0C309B-37BE-E549-5927-02921B755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807958"/>
            <a:ext cx="10669489" cy="19433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7CBD64-4F3A-F46A-9AA6-5C4C3F689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" y="4023918"/>
            <a:ext cx="5372850" cy="1476581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292BEF-E3CE-438B-6B32-77E340520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5393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6457-A8F6-D116-4AE0-FC3F7A8E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2458-923D-D974-8B71-66A67361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14E59-372E-B102-8EE1-FA01717427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Image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038D3-18C1-C55E-C843-BE2D8628326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718848"/>
            <a:ext cx="11430000" cy="4362706"/>
          </a:xfrm>
        </p:spPr>
        <p:txBody>
          <a:bodyPr/>
          <a:lstStyle/>
          <a:p>
            <a:pPr lvl="0" fontAlgn="base"/>
            <a:r>
              <a:rPr lang="en-US" dirty="0"/>
              <a:t>The &lt;</a:t>
            </a:r>
            <a:r>
              <a:rPr lang="en-US" dirty="0" err="1"/>
              <a:t>img</a:t>
            </a:r>
            <a:r>
              <a:rPr lang="en-US" dirty="0"/>
              <a:t>&gt; tag embeds images within web content.​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 err="1">
                <a:solidFill>
                  <a:schemeClr val="accent1"/>
                </a:solidFill>
              </a:rPr>
              <a:t>Src</a:t>
            </a:r>
            <a:r>
              <a:rPr lang="en-US" b="1" dirty="0">
                <a:solidFill>
                  <a:schemeClr val="accent1"/>
                </a:solidFill>
              </a:rPr>
              <a:t> Attribute:</a:t>
            </a:r>
            <a:r>
              <a:rPr lang="en-US" dirty="0"/>
              <a:t>​</a:t>
            </a:r>
          </a:p>
          <a:p>
            <a:pPr lvl="0" fontAlgn="base"/>
            <a:r>
              <a:rPr lang="en-US" dirty="0"/>
              <a:t>The </a:t>
            </a:r>
            <a:r>
              <a:rPr lang="en-US" dirty="0" err="1"/>
              <a:t>src</a:t>
            </a:r>
            <a:r>
              <a:rPr lang="en-US" dirty="0"/>
              <a:t> attribute specifies the image file's source URL.​</a:t>
            </a:r>
          </a:p>
          <a:p>
            <a:pPr lvl="0" fontAlgn="base"/>
            <a:r>
              <a:rPr lang="en-US" dirty="0"/>
              <a:t>Use an absolute URL or a relative path to the image file.​</a:t>
            </a:r>
          </a:p>
          <a:p>
            <a:pPr lvl="0" fontAlgn="base"/>
            <a:r>
              <a:rPr lang="en-US" dirty="0"/>
              <a:t>Use the width and height attributes to scale the image.</a:t>
            </a:r>
          </a:p>
          <a:p>
            <a:pPr marL="0" lvl="0" indent="0" fontAlgn="base">
              <a:buNone/>
            </a:pPr>
            <a:r>
              <a:rPr lang="en-US" dirty="0"/>
              <a:t>​</a:t>
            </a:r>
            <a:endParaRPr lang="en-US" dirty="0">
              <a:solidFill>
                <a:schemeClr val="accent1"/>
              </a:solidFill>
            </a:endParaRPr>
          </a:p>
          <a:p>
            <a:pPr marL="0" indent="0" fontAlgn="base">
              <a:buNone/>
            </a:pPr>
            <a:r>
              <a:rPr lang="en-US" b="1" dirty="0">
                <a:solidFill>
                  <a:schemeClr val="accent1"/>
                </a:solidFill>
              </a:rPr>
              <a:t>Alt Attribute:</a:t>
            </a:r>
            <a:r>
              <a:rPr lang="en-US" dirty="0">
                <a:solidFill>
                  <a:schemeClr val="accent1"/>
                </a:solidFill>
              </a:rPr>
              <a:t>​</a:t>
            </a:r>
          </a:p>
          <a:p>
            <a:pPr lvl="0" fontAlgn="base"/>
            <a:r>
              <a:rPr lang="en-US" dirty="0"/>
              <a:t>The alt attribute provides alternative text for screen readers and if the </a:t>
            </a:r>
            <a:r>
              <a:rPr lang="en-US" dirty="0" err="1"/>
              <a:t>imagecan't</a:t>
            </a:r>
            <a:r>
              <a:rPr lang="en-US" dirty="0"/>
              <a:t> be displayed.​</a:t>
            </a:r>
          </a:p>
          <a:p>
            <a:pPr lvl="0" fontAlgn="base"/>
            <a:r>
              <a:rPr lang="en-US" dirty="0"/>
              <a:t>Important for accessibility and SEO.​</a:t>
            </a:r>
          </a:p>
          <a:p>
            <a:pPr marL="0" lvl="0" indent="0" fontAlgn="base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DBC1B-3B3A-8948-7830-C46E827F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29CA9FE-95DE-6408-6F33-D67FF8A72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583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239A4-AE58-D1CE-1A5B-6703E7E8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4DF8C-486D-8B41-52CD-10285197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A3420-007D-45FF-566E-0E553A5AC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Image Example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A764D-359C-3984-E1BD-F8C4990E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54D0D-F63B-0F51-6A09-4DAB22F0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58364"/>
            <a:ext cx="6925642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82548-E4E3-89BC-9F39-3E8BC47D9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396044"/>
            <a:ext cx="3553321" cy="1314633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1F975A4-A37A-3A2B-084A-D71472B8E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783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C56-31DE-A737-D1F9-E7AF2113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788A-35D8-D636-1A0A-9A9AEE6C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95CAF-58F1-C9C5-32CF-6908C508E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Exercise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8810-D2B3-9913-2A8D-CDA98EE034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Tasks:</a:t>
            </a:r>
          </a:p>
          <a:p>
            <a:r>
              <a:rPr lang="en-US" dirty="0"/>
              <a:t>Add a list to your profile that includes your skills and one for your previous professional experience (like in a CV).</a:t>
            </a:r>
          </a:p>
          <a:p>
            <a:r>
              <a:rPr lang="en-US" dirty="0"/>
              <a:t>Add your profile picture (or any picture you want) below your name.</a:t>
            </a:r>
          </a:p>
          <a:p>
            <a:r>
              <a:rPr lang="en-US" dirty="0"/>
              <a:t>Add a link to your Workday Profile.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for a list:</a:t>
            </a:r>
          </a:p>
          <a:p>
            <a:pPr marL="0" indent="0">
              <a:buNone/>
            </a:pPr>
            <a:r>
              <a:rPr lang="en-US" sz="1400" b="1" dirty="0"/>
              <a:t>Previous working experience:</a:t>
            </a:r>
          </a:p>
          <a:p>
            <a:r>
              <a:rPr lang="en-US" sz="1200" b="1" dirty="0"/>
              <a:t>Internship at Company XY</a:t>
            </a:r>
            <a:br>
              <a:rPr lang="en-US" sz="1200" b="1" dirty="0"/>
            </a:br>
            <a:r>
              <a:rPr lang="en-US" sz="1200" dirty="0"/>
              <a:t>07/2026 – 08/2026</a:t>
            </a:r>
          </a:p>
          <a:p>
            <a:r>
              <a:rPr lang="en-US" sz="1200" b="1" dirty="0"/>
              <a:t>Part-time waiter at a restaurant</a:t>
            </a:r>
            <a:br>
              <a:rPr lang="en-US" sz="1200" b="1" dirty="0"/>
            </a:br>
            <a:r>
              <a:rPr lang="en-US" sz="1200" dirty="0"/>
              <a:t>08/2025 – 05/2026</a:t>
            </a:r>
            <a:endParaRPr lang="en-US" sz="1200" b="1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3697-4131-A33D-E9E4-ECE68F3E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05966AC-2C4B-2A2E-B17E-2B253532D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4415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3302E-37B9-E21E-AB05-73C8CEF1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B8BA-ADF2-0639-C4BC-64B0077D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5B1AC-ADCF-2385-7F48-92BD4BED11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Structuring a website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7904-EDDE-BAC7-47B6-BFFA4B46D0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718848"/>
            <a:ext cx="11430000" cy="4362706"/>
          </a:xfrm>
        </p:spPr>
        <p:txBody>
          <a:bodyPr/>
          <a:lstStyle/>
          <a:p>
            <a:pPr lvl="0" fontAlgn="base"/>
            <a:r>
              <a:rPr lang="en-US" dirty="0"/>
              <a:t>To further structure a website, certain tags are used to split the website in sections.</a:t>
            </a:r>
          </a:p>
          <a:p>
            <a:pPr lvl="0" fontAlgn="base"/>
            <a:r>
              <a:rPr lang="en-US" dirty="0"/>
              <a:t>These tags make the structure easier to understand for developers and browsers.</a:t>
            </a:r>
          </a:p>
          <a:p>
            <a:pPr lvl="0" fontAlgn="base"/>
            <a:r>
              <a:rPr lang="en-US" dirty="0"/>
              <a:t>They help organizing content but are not mandatory to use.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lvl="0" indent="0" fontAlgn="base">
              <a:buNone/>
            </a:pPr>
            <a:r>
              <a:rPr lang="en-US" b="1" dirty="0">
                <a:solidFill>
                  <a:schemeClr val="accent1"/>
                </a:solidFill>
              </a:rPr>
              <a:t>Examples:</a:t>
            </a:r>
          </a:p>
          <a:p>
            <a:pPr fontAlgn="base"/>
            <a:r>
              <a:rPr lang="en-US" dirty="0"/>
              <a:t>&lt;header&gt;: Used to give introductory content about the document.</a:t>
            </a:r>
          </a:p>
          <a:p>
            <a:pPr fontAlgn="base"/>
            <a:r>
              <a:rPr lang="en-US" dirty="0"/>
              <a:t>&lt;main&gt;: Represents the main dominant content of a document.</a:t>
            </a:r>
          </a:p>
          <a:p>
            <a:pPr fontAlgn="base"/>
            <a:r>
              <a:rPr lang="en-US" dirty="0"/>
              <a:t>&lt;section&gt;: Used to group together related items in the &lt;main&gt; part.</a:t>
            </a:r>
          </a:p>
          <a:p>
            <a:pPr fontAlgn="base"/>
            <a:r>
              <a:rPr lang="en-US" dirty="0"/>
              <a:t>&lt;footer&gt;: Contains information such as Contact Information or Legal Disclosure.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3268-E204-EF4D-4293-83AE2AC6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676B3DD-EA34-4377-0DBA-059D8A801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340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5D10-A24F-7923-E4C0-1434EA0F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A66D-27A4-261E-524B-59060124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5B5D8-AFCE-EA83-19EC-0FC3C81AE3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Structuring a website -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AC43-D2C2-D7C2-AACC-199F6795B7E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718848"/>
            <a:ext cx="11430000" cy="4362706"/>
          </a:xfrm>
        </p:spPr>
        <p:txBody>
          <a:bodyPr/>
          <a:lstStyle/>
          <a:p>
            <a:pPr lvl="0" fontAlgn="base"/>
            <a:r>
              <a:rPr lang="en-US" dirty="0"/>
              <a:t>A simple website could have the following structure:</a:t>
            </a:r>
          </a:p>
          <a:p>
            <a:pPr lvl="0" fontAlgn="base"/>
            <a:endParaRPr lang="en-US" dirty="0"/>
          </a:p>
          <a:p>
            <a:pPr marL="0" lvl="0" indent="0" fontAlgn="base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7689-2E6B-923B-AA9C-3A615440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BBCEB-F47E-D30C-EB97-DC41D6A95555}"/>
              </a:ext>
            </a:extLst>
          </p:cNvPr>
          <p:cNvSpPr txBox="1"/>
          <p:nvPr/>
        </p:nvSpPr>
        <p:spPr>
          <a:xfrm>
            <a:off x="565392" y="2408153"/>
            <a:ext cx="5530608" cy="3155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600"/>
              </a:spcAft>
            </a:pPr>
            <a:r>
              <a:rPr lang="de-DE" sz="1400" noProof="0" dirty="0"/>
              <a:t>HEADER</a:t>
            </a:r>
          </a:p>
          <a:p>
            <a:pPr algn="l" defTabSz="228600">
              <a:spcAft>
                <a:spcPts val="600"/>
              </a:spcAft>
            </a:pPr>
            <a:r>
              <a:rPr lang="de-DE" sz="1400" dirty="0"/>
              <a:t>-----------</a:t>
            </a:r>
          </a:p>
          <a:p>
            <a:pPr algn="l" defTabSz="228600">
              <a:spcAft>
                <a:spcPts val="600"/>
              </a:spcAft>
            </a:pPr>
            <a:r>
              <a:rPr lang="de-DE" sz="1400" noProof="0" dirty="0"/>
              <a:t>MAIN</a:t>
            </a:r>
          </a:p>
          <a:p>
            <a:pPr algn="l" defTabSz="228600">
              <a:spcAft>
                <a:spcPts val="600"/>
              </a:spcAft>
            </a:pPr>
            <a:r>
              <a:rPr lang="de-DE" sz="1400" dirty="0"/>
              <a:t>		Section 1</a:t>
            </a:r>
          </a:p>
          <a:p>
            <a:pPr algn="l" defTabSz="228600">
              <a:spcAft>
                <a:spcPts val="600"/>
              </a:spcAft>
            </a:pPr>
            <a:r>
              <a:rPr lang="de-DE" sz="1400" dirty="0"/>
              <a:t>				Heading</a:t>
            </a:r>
          </a:p>
          <a:p>
            <a:pPr algn="l" defTabSz="228600">
              <a:spcAft>
                <a:spcPts val="600"/>
              </a:spcAft>
            </a:pPr>
            <a:r>
              <a:rPr lang="de-DE" sz="1400" dirty="0"/>
              <a:t>				Paragraph</a:t>
            </a:r>
          </a:p>
          <a:p>
            <a:pPr algn="l" defTabSz="228600">
              <a:spcAft>
                <a:spcPts val="600"/>
              </a:spcAft>
            </a:pPr>
            <a:r>
              <a:rPr lang="de-DE" sz="1400" noProof="0" dirty="0"/>
              <a:t>		Section 2</a:t>
            </a:r>
          </a:p>
          <a:p>
            <a:pPr algn="l" defTabSz="228600">
              <a:spcAft>
                <a:spcPts val="600"/>
              </a:spcAft>
            </a:pPr>
            <a:r>
              <a:rPr lang="de-DE" sz="1400" dirty="0"/>
              <a:t>				Content</a:t>
            </a:r>
            <a:endParaRPr lang="de-DE" sz="1400" noProof="0" dirty="0"/>
          </a:p>
          <a:p>
            <a:pPr algn="l" defTabSz="228600">
              <a:spcAft>
                <a:spcPts val="600"/>
              </a:spcAft>
            </a:pPr>
            <a:r>
              <a:rPr lang="de-DE" sz="1400" dirty="0"/>
              <a:t>-----------</a:t>
            </a:r>
          </a:p>
          <a:p>
            <a:pPr algn="l" defTabSz="228600">
              <a:spcAft>
                <a:spcPts val="600"/>
              </a:spcAft>
            </a:pPr>
            <a:r>
              <a:rPr lang="de-DE" sz="1400" noProof="0" dirty="0"/>
              <a:t>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9FD51B-D586-6D35-0CC5-9273680BD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971" y="2238892"/>
            <a:ext cx="5069364" cy="3205627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3150E5-C3BC-AB05-11E1-7B26FE4C4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35857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8371-A6E0-9BFC-87FF-049684FD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5114-41F8-2886-62F3-7BCD5E66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B3C34-A768-4A2A-1AA8-02DD4086C4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Exercise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B0F01-D383-51DC-ADF5-3296A58EB1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Task:</a:t>
            </a:r>
          </a:p>
          <a:p>
            <a:r>
              <a:rPr lang="en-US" dirty="0"/>
              <a:t>Add sections to your profile page to structure the content.</a:t>
            </a:r>
          </a:p>
          <a:p>
            <a:r>
              <a:rPr lang="en-US" dirty="0"/>
              <a:t>Use sections for the lists you created.</a:t>
            </a:r>
          </a:p>
          <a:p>
            <a:r>
              <a:rPr lang="en-US" dirty="0"/>
              <a:t>Add a small footer with some contact information.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5488C-19FB-4C0E-620C-66FBF4CD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BF5E025-8FE8-6A24-6FF3-A34DACCB2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359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71E4-FCA1-2A62-A5F1-8E60D6C4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1DC0-66A3-1D5F-9643-4734F6DF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72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04C5-5B02-5A5A-9CA8-08B77DF1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1108-BBFB-8280-CF57-B619EDC200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6996829" cy="4362706"/>
          </a:xfrm>
        </p:spPr>
        <p:txBody>
          <a:bodyPr/>
          <a:lstStyle/>
          <a:p>
            <a:r>
              <a:rPr lang="en-US" dirty="0"/>
              <a:t>Cascading Style Sheets (CSS) controls webpage appearance.</a:t>
            </a:r>
          </a:p>
          <a:p>
            <a:r>
              <a:rPr lang="en-US" dirty="0"/>
              <a:t>Separates design from content.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CSS enables visual design and layout control for web pages.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accenture.com with and without CSS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05A24-ECE8-E8A2-6F16-606B72EA5B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33C96-7257-E315-2029-8C8DF1827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4" descr="JavaScript SEO: The Ultimate Guide">
            <a:extLst>
              <a:ext uri="{FF2B5EF4-FFF2-40B4-BE49-F238E27FC236}">
                <a16:creationId xmlns:a16="http://schemas.microsoft.com/office/drawing/2014/main" id="{39AE1C68-1282-A778-E3B7-DFF2FF9476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26"/>
          <a:stretch/>
        </p:blipFill>
        <p:spPr bwMode="auto">
          <a:xfrm>
            <a:off x="6972031" y="1618488"/>
            <a:ext cx="4675842" cy="38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56EBFA0-DEAF-2BB1-3D99-AC8C28303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8670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C7F8-0441-CBDF-2F36-87A7E5D2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3636-F456-E693-C391-161C4A5853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671828"/>
            <a:ext cx="11430000" cy="4640072"/>
          </a:xfrm>
        </p:spPr>
        <p:txBody>
          <a:bodyPr/>
          <a:lstStyle/>
          <a:p>
            <a:r>
              <a:rPr lang="en-US" sz="1600" dirty="0"/>
              <a:t>CSS is written in separate files or within &lt;style&gt; tags in HTML.</a:t>
            </a:r>
          </a:p>
          <a:p>
            <a:r>
              <a:rPr lang="en-US" sz="1600" dirty="0"/>
              <a:t>Separate files enhance reusability and maintenance.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Selector:</a:t>
            </a:r>
          </a:p>
          <a:p>
            <a:r>
              <a:rPr lang="en-US" sz="1600" dirty="0"/>
              <a:t>Selects HTML elements to style.</a:t>
            </a:r>
          </a:p>
          <a:p>
            <a:r>
              <a:rPr lang="en-US" sz="1600" dirty="0"/>
              <a:t>Can be an element name, class, or ID.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Declaration Block:</a:t>
            </a:r>
          </a:p>
          <a:p>
            <a:r>
              <a:rPr lang="en-US" sz="1600" dirty="0"/>
              <a:t>Enclosed in curly braces {}.</a:t>
            </a:r>
          </a:p>
          <a:p>
            <a:r>
              <a:rPr lang="en-US" sz="1600" dirty="0"/>
              <a:t>Contains property-value pairs.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Property:</a:t>
            </a:r>
          </a:p>
          <a:p>
            <a:r>
              <a:rPr lang="en-US" sz="1600" dirty="0"/>
              <a:t>Specifies the aspect to style (e.g., color, font-size).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Value: </a:t>
            </a:r>
            <a:r>
              <a:rPr lang="en-US" sz="1600" dirty="0"/>
              <a:t>Defines the style details (e.g., red, 16px).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260EE-3AD9-EA6D-A146-25EB7AB3D2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Basic CSS 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24905-F97C-987E-8B60-53E2E97C72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5CF87E-1057-40B6-F0F8-BD13268F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326" y="2150120"/>
            <a:ext cx="4447673" cy="353566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/* External CSS File */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h1 {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 dirty="0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color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blue;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 dirty="0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font-size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24px;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}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endParaRPr lang="en-US" sz="1400" b="1" dirty="0">
              <a:solidFill>
                <a:schemeClr val="accent1"/>
              </a:solidFill>
              <a:latin typeface="Courier New" pitchFamily="49" charset="0"/>
              <a:ea typeface="SimSun" pitchFamily="2" charset="-122"/>
            </a:endParaRP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accent1"/>
                </a:solidFill>
                <a:latin typeface="Courier New" pitchFamily="49" charset="0"/>
                <a:ea typeface="SimSun" pitchFamily="2" charset="-122"/>
              </a:rPr>
              <a:t>/* Internal CSS within &lt;style&gt; tags */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&lt;style&gt;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p {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  </a:t>
            </a:r>
            <a:r>
              <a:rPr lang="en-US" sz="1400" b="1" dirty="0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font-family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Arial, sans-serif;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}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&lt;/style&gt;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7C312-DB28-8B7D-2DF7-102444277C86}"/>
              </a:ext>
            </a:extLst>
          </p:cNvPr>
          <p:cNvSpPr/>
          <p:nvPr/>
        </p:nvSpPr>
        <p:spPr>
          <a:xfrm>
            <a:off x="7411453" y="2605696"/>
            <a:ext cx="302508" cy="220006"/>
          </a:xfrm>
          <a:prstGeom prst="rect">
            <a:avLst/>
          </a:prstGeom>
          <a:noFill/>
          <a:ln w="38100" cap="flat" cmpd="sng" algn="ctr">
            <a:solidFill>
              <a:srgbClr val="FF5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C11762-EF94-3D53-2244-783B69683E12}"/>
              </a:ext>
            </a:extLst>
          </p:cNvPr>
          <p:cNvSpPr/>
          <p:nvPr/>
        </p:nvSpPr>
        <p:spPr>
          <a:xfrm>
            <a:off x="7624583" y="2879042"/>
            <a:ext cx="584391" cy="220006"/>
          </a:xfrm>
          <a:prstGeom prst="rect">
            <a:avLst/>
          </a:prstGeom>
          <a:noFill/>
          <a:ln w="38100" cap="flat" cmpd="sng" algn="ctr">
            <a:solidFill>
              <a:srgbClr val="FF5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CBD0FB-CA19-E1D3-0FF6-52186F40E097}"/>
              </a:ext>
            </a:extLst>
          </p:cNvPr>
          <p:cNvSpPr/>
          <p:nvPr/>
        </p:nvSpPr>
        <p:spPr>
          <a:xfrm>
            <a:off x="8360229" y="2879042"/>
            <a:ext cx="584391" cy="220006"/>
          </a:xfrm>
          <a:prstGeom prst="rect">
            <a:avLst/>
          </a:prstGeom>
          <a:noFill/>
          <a:ln w="38100" cap="flat" cmpd="sng" algn="ctr">
            <a:solidFill>
              <a:srgbClr val="FF5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E7BC1-5207-A9E0-5718-1FA1A4E503D5}"/>
              </a:ext>
            </a:extLst>
          </p:cNvPr>
          <p:cNvSpPr txBox="1"/>
          <p:nvPr/>
        </p:nvSpPr>
        <p:spPr>
          <a:xfrm>
            <a:off x="7360498" y="1823826"/>
            <a:ext cx="7069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400" b="1" noProof="0">
                <a:solidFill>
                  <a:srgbClr val="FF50A0"/>
                </a:solidFill>
              </a:rPr>
              <a:t>Selector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9F87F-A22F-5823-7988-0F9E7DB7DD65}"/>
              </a:ext>
            </a:extLst>
          </p:cNvPr>
          <p:cNvSpPr txBox="1"/>
          <p:nvPr/>
        </p:nvSpPr>
        <p:spPr>
          <a:xfrm>
            <a:off x="8207239" y="1443948"/>
            <a:ext cx="73738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400" b="1" noProof="0">
                <a:solidFill>
                  <a:srgbClr val="FF50A0"/>
                </a:solidFill>
              </a:rPr>
              <a:t>Property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E84AD5-418F-4F18-6746-ED8119B13D22}"/>
              </a:ext>
            </a:extLst>
          </p:cNvPr>
          <p:cNvSpPr txBox="1"/>
          <p:nvPr/>
        </p:nvSpPr>
        <p:spPr>
          <a:xfrm>
            <a:off x="9587162" y="1443948"/>
            <a:ext cx="4678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400" b="1" noProof="0">
                <a:solidFill>
                  <a:srgbClr val="FF50A0"/>
                </a:solidFill>
              </a:rPr>
              <a:t>Value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9567385-6478-5B1D-3167-C3D5FA9D053A}"/>
              </a:ext>
            </a:extLst>
          </p:cNvPr>
          <p:cNvCxnSpPr>
            <a:stCxn id="7" idx="1"/>
            <a:endCxn id="11" idx="1"/>
          </p:cNvCxnSpPr>
          <p:nvPr/>
        </p:nvCxnSpPr>
        <p:spPr>
          <a:xfrm rot="10800000">
            <a:off x="7360499" y="1931549"/>
            <a:ext cx="50955" cy="784151"/>
          </a:xfrm>
          <a:prstGeom prst="bentConnector3">
            <a:avLst>
              <a:gd name="adj1" fmla="val 548631"/>
            </a:avLst>
          </a:prstGeom>
          <a:ln w="28575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02556ED-B777-C897-4E43-EBAB9D65E57D}"/>
              </a:ext>
            </a:extLst>
          </p:cNvPr>
          <p:cNvCxnSpPr>
            <a:stCxn id="8" idx="1"/>
            <a:endCxn id="12" idx="1"/>
          </p:cNvCxnSpPr>
          <p:nvPr/>
        </p:nvCxnSpPr>
        <p:spPr>
          <a:xfrm rot="10800000" flipH="1">
            <a:off x="7624583" y="1551671"/>
            <a:ext cx="582656" cy="1437375"/>
          </a:xfrm>
          <a:prstGeom prst="bentConnector3">
            <a:avLst>
              <a:gd name="adj1" fmla="val -139532"/>
            </a:avLst>
          </a:prstGeom>
          <a:ln w="28575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4D15009-9046-FA3A-B4DD-B1C269A6CDCC}"/>
              </a:ext>
            </a:extLst>
          </p:cNvPr>
          <p:cNvCxnSpPr>
            <a:stCxn id="10" idx="3"/>
            <a:endCxn id="13" idx="3"/>
          </p:cNvCxnSpPr>
          <p:nvPr/>
        </p:nvCxnSpPr>
        <p:spPr>
          <a:xfrm flipV="1">
            <a:off x="8944620" y="1551670"/>
            <a:ext cx="1110362" cy="1437375"/>
          </a:xfrm>
          <a:prstGeom prst="bentConnector3">
            <a:avLst>
              <a:gd name="adj1" fmla="val 120588"/>
            </a:avLst>
          </a:prstGeom>
          <a:ln w="28575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55823C8-3B73-73BF-78E0-AA1F16AEA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88090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B382-BED5-DAD1-EC45-99DCB360B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87995-8241-E7B9-FD09-B5BB05ACE4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7140455" cy="43627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CSS specifications can be defined in 3 ways: </a:t>
            </a:r>
            <a:br>
              <a:rPr lang="en-US" dirty="0"/>
            </a:br>
            <a:r>
              <a:rPr lang="en-US" b="1" dirty="0"/>
              <a:t>inline</a:t>
            </a:r>
            <a:r>
              <a:rPr lang="en-US" dirty="0"/>
              <a:t>, </a:t>
            </a:r>
            <a:r>
              <a:rPr lang="en-US" b="1" dirty="0"/>
              <a:t>internal</a:t>
            </a:r>
            <a:r>
              <a:rPr lang="en-US" dirty="0"/>
              <a:t> and </a:t>
            </a:r>
            <a:r>
              <a:rPr lang="en-US" b="1" dirty="0"/>
              <a:t>external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Inline: 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CSS statement is added as </a:t>
            </a:r>
            <a:r>
              <a:rPr lang="en-US" i="1" dirty="0">
                <a:solidFill>
                  <a:schemeClr val="accent4"/>
                </a:solidFill>
              </a:rPr>
              <a:t>style</a:t>
            </a:r>
            <a:r>
              <a:rPr lang="en-US" dirty="0"/>
              <a:t> attribute directly into the HTML element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not recommended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Internal:</a:t>
            </a:r>
            <a:r>
              <a:rPr lang="en-US" dirty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All CSS statements are added to the </a:t>
            </a:r>
            <a:r>
              <a:rPr lang="en-US" i="1" dirty="0">
                <a:solidFill>
                  <a:schemeClr val="accent4"/>
                </a:solidFill>
                <a:sym typeface="Wingdings" panose="05000000000000000000" pitchFamily="2" charset="2"/>
              </a:rPr>
              <a:t>header</a:t>
            </a:r>
            <a:r>
              <a:rPr lang="en-US" dirty="0">
                <a:sym typeface="Wingdings" panose="05000000000000000000" pitchFamily="2" charset="2"/>
              </a:rPr>
              <a:t> section of the HTML document within a </a:t>
            </a:r>
            <a:r>
              <a:rPr lang="en-US" i="1" dirty="0">
                <a:solidFill>
                  <a:schemeClr val="accent4"/>
                </a:solidFill>
                <a:sym typeface="Wingdings" panose="05000000000000000000" pitchFamily="2" charset="2"/>
              </a:rPr>
              <a:t>style</a:t>
            </a:r>
            <a:r>
              <a:rPr lang="en-US" dirty="0">
                <a:sym typeface="Wingdings" panose="05000000000000000000" pitchFamily="2" charset="2"/>
              </a:rPr>
              <a:t> tag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sym typeface="Wingdings" panose="05000000000000000000" pitchFamily="2" charset="2"/>
              </a:rPr>
              <a:t>External: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CSS statements are put into a separate file and linked in the </a:t>
            </a:r>
            <a:r>
              <a:rPr lang="en-US" i="1" dirty="0">
                <a:solidFill>
                  <a:schemeClr val="accent4"/>
                </a:solidFill>
                <a:sym typeface="Wingdings" panose="05000000000000000000" pitchFamily="2" charset="2"/>
              </a:rPr>
              <a:t>header</a:t>
            </a:r>
            <a:r>
              <a:rPr lang="en-US" dirty="0">
                <a:sym typeface="Wingdings" panose="05000000000000000000" pitchFamily="2" charset="2"/>
              </a:rPr>
              <a:t> of the HTML document  </a:t>
            </a:r>
            <a:r>
              <a:rPr lang="en-US" b="1" dirty="0">
                <a:sym typeface="Wingdings" panose="05000000000000000000" pitchFamily="2" charset="2"/>
              </a:rPr>
              <a:t>recommended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6B6AA-1CBD-A03C-6A97-D5D3769DAC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Specification of CSS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DEFA5-18C5-2EB8-E98C-44CA69838F3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2D343-8C07-4D47-E69C-CD471384A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346" y="1949194"/>
            <a:ext cx="3732653" cy="436270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inline --&gt;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&lt;h1 style=“color: blue”&gt;H1&lt;/h1&gt;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endParaRPr lang="en-US" sz="1400" b="1" dirty="0">
              <a:solidFill>
                <a:schemeClr val="tx1"/>
              </a:solidFill>
              <a:latin typeface="Courier New" pitchFamily="49" charset="0"/>
              <a:ea typeface="SimSun" pitchFamily="2" charset="-122"/>
            </a:endParaRPr>
          </a:p>
          <a:p>
            <a:pPr marL="530225" indent="-530225">
              <a:spcBef>
                <a:spcPts val="400"/>
              </a:spcBef>
              <a:buClr>
                <a:srgbClr val="66AA44"/>
              </a:buClr>
              <a:buSzPct val="95000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internal --&gt;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&lt;head&gt;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&lt;style&gt;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  h1 {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color:blue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;}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&lt;/style&gt;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&lt;/head&gt;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endParaRPr lang="en-US" sz="1400" b="1" dirty="0">
              <a:solidFill>
                <a:schemeClr val="tx1"/>
              </a:solidFill>
              <a:latin typeface="Courier New" pitchFamily="49" charset="0"/>
              <a:ea typeface="SimSun" pitchFamily="2" charset="-122"/>
            </a:endParaRPr>
          </a:p>
          <a:p>
            <a:pPr marL="530225" indent="-530225">
              <a:spcBef>
                <a:spcPts val="400"/>
              </a:spcBef>
              <a:buClr>
                <a:srgbClr val="66AA44"/>
              </a:buClr>
              <a:buSzPct val="95000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external --&gt;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&lt;head&gt;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&lt;link 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rel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=“stylesheet” 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href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=“style.css”&gt;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&lt;/head&gt;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230B7A-C985-5158-3F00-63AD8B4B1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89993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A597-AC89-7CE2-4CC4-005400DD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C80F-CB70-6739-AAD7-9AC032E6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457FA-D397-B72F-5447-ABB5BC184A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7806718" cy="4362706"/>
          </a:xfrm>
        </p:spPr>
        <p:txBody>
          <a:bodyPr/>
          <a:lstStyle/>
          <a:p>
            <a:r>
              <a:rPr lang="en-US" dirty="0"/>
              <a:t>Usually, CSS is specified in an external file with the .</a:t>
            </a:r>
            <a:r>
              <a:rPr lang="en-US" dirty="0" err="1"/>
              <a:t>css</a:t>
            </a:r>
            <a:r>
              <a:rPr lang="en-US" dirty="0"/>
              <a:t> suffix.</a:t>
            </a:r>
          </a:p>
          <a:p>
            <a:r>
              <a:rPr lang="en-US" dirty="0"/>
              <a:t>To do this, the following syntax is used: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NOTE: For the &lt;link&gt; tag, no closing tag is needed.</a:t>
            </a:r>
          </a:p>
          <a:p>
            <a:r>
              <a:rPr lang="en-US" dirty="0"/>
              <a:t>The </a:t>
            </a:r>
            <a:r>
              <a:rPr lang="en-US" dirty="0" err="1"/>
              <a:t>href</a:t>
            </a:r>
            <a:r>
              <a:rPr lang="en-US" dirty="0"/>
              <a:t> attribute references the file similar to the </a:t>
            </a:r>
            <a:r>
              <a:rPr lang="en-US" dirty="0" err="1"/>
              <a:t>src</a:t>
            </a:r>
            <a:r>
              <a:rPr lang="en-US" dirty="0"/>
              <a:t> attribute of an &lt;</a:t>
            </a:r>
            <a:r>
              <a:rPr lang="en-US" dirty="0" err="1"/>
              <a:t>img</a:t>
            </a:r>
            <a:r>
              <a:rPr lang="en-US" dirty="0"/>
              <a:t>&gt; tag.</a:t>
            </a:r>
          </a:p>
          <a:p>
            <a:r>
              <a:rPr lang="en-US" dirty="0"/>
              <a:t>The </a:t>
            </a:r>
            <a:r>
              <a:rPr lang="en-US" dirty="0" err="1"/>
              <a:t>rel</a:t>
            </a:r>
            <a:r>
              <a:rPr lang="en-US" dirty="0"/>
              <a:t> attribute needs to be set to “stylesheet”.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8B87C-5FCB-0F88-A416-1575091CD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Specification of CSS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7F0D5-B291-D4B0-88C4-71EBBF6BF8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B0BF72-BA60-B149-97C7-3833A9DA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86" y="2646072"/>
            <a:ext cx="4344006" cy="428685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40F169-D220-BA3E-132C-B697A98FB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13048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2E0D-17F4-AEB3-C823-C5D413C1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DFC5-58EE-7C61-5559-E01919262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999" y="1773168"/>
            <a:ext cx="5524499" cy="4361688"/>
          </a:xfrm>
        </p:spPr>
        <p:txBody>
          <a:bodyPr/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Font Family (</a:t>
            </a:r>
            <a:r>
              <a:rPr lang="en-US" sz="1600" b="1" i="1">
                <a:solidFill>
                  <a:schemeClr val="accent1"/>
                </a:solidFill>
              </a:rPr>
              <a:t>font-family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Determines the typeface for text.</a:t>
            </a:r>
          </a:p>
          <a:p>
            <a:r>
              <a:rPr lang="en-US" sz="1600"/>
              <a:t>Common values: Arial, Times New Roman, Helvetica.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Font Size (</a:t>
            </a:r>
            <a:r>
              <a:rPr lang="en-US" sz="1600" b="1" i="1">
                <a:solidFill>
                  <a:schemeClr val="accent1"/>
                </a:solidFill>
              </a:rPr>
              <a:t>font-size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Specifies the size of the text.</a:t>
            </a:r>
          </a:p>
          <a:p>
            <a:r>
              <a:rPr lang="en-US" sz="1600"/>
              <a:t>Can be in pixels, </a:t>
            </a:r>
            <a:r>
              <a:rPr lang="en-US" sz="1600" err="1"/>
              <a:t>em</a:t>
            </a:r>
            <a:r>
              <a:rPr lang="en-US" sz="1600"/>
              <a:t>, rem, or percentages.</a:t>
            </a:r>
          </a:p>
          <a:p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Font Weight (</a:t>
            </a:r>
            <a:r>
              <a:rPr lang="en-US" sz="1600" b="1" i="1">
                <a:solidFill>
                  <a:schemeClr val="accent1"/>
                </a:solidFill>
              </a:rPr>
              <a:t>font-weight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Controls text thickness (boldness).</a:t>
            </a:r>
          </a:p>
          <a:p>
            <a:r>
              <a:rPr lang="en-US" sz="1600"/>
              <a:t>Values: normal, bold, bolder, lighter.</a:t>
            </a:r>
          </a:p>
          <a:p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Text Color (</a:t>
            </a:r>
            <a:r>
              <a:rPr lang="en-US" sz="1600" b="1" i="1">
                <a:solidFill>
                  <a:schemeClr val="accent1"/>
                </a:solidFill>
              </a:rPr>
              <a:t>color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Sets the color of the text.</a:t>
            </a:r>
          </a:p>
          <a:p>
            <a:r>
              <a:rPr lang="en-US" sz="1600"/>
              <a:t>Use color names, hex codes, or RGB values.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AB6DF-D6F1-E2C4-0F6E-5962E13780C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86500" y="1773168"/>
            <a:ext cx="5524499" cy="4361688"/>
          </a:xfrm>
        </p:spPr>
        <p:txBody>
          <a:bodyPr/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Text Alignment (</a:t>
            </a:r>
            <a:r>
              <a:rPr lang="en-US" sz="1600" b="1" i="1">
                <a:solidFill>
                  <a:schemeClr val="accent1"/>
                </a:solidFill>
              </a:rPr>
              <a:t>text-align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Aligns text within its container.</a:t>
            </a:r>
          </a:p>
          <a:p>
            <a:r>
              <a:rPr lang="en-US" sz="1600"/>
              <a:t>Values: left, right, center, justify.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Text Decoration (</a:t>
            </a:r>
            <a:r>
              <a:rPr lang="en-US" sz="1600" b="1" i="1">
                <a:solidFill>
                  <a:schemeClr val="accent1"/>
                </a:solidFill>
              </a:rPr>
              <a:t>text-decoration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Adds visual effects to text.</a:t>
            </a:r>
          </a:p>
          <a:p>
            <a:r>
              <a:rPr lang="en-US" sz="1600"/>
              <a:t>Values: underline, overline, line-through, none.</a:t>
            </a:r>
          </a:p>
          <a:p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Text Transform (</a:t>
            </a:r>
            <a:r>
              <a:rPr lang="en-US" sz="1600" b="1" i="1">
                <a:solidFill>
                  <a:schemeClr val="accent1"/>
                </a:solidFill>
              </a:rPr>
              <a:t>text-transform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Changes the text case.</a:t>
            </a:r>
          </a:p>
          <a:p>
            <a:r>
              <a:rPr lang="en-US" sz="1600"/>
              <a:t>Values: uppercase, lowercase, capitalize.</a:t>
            </a:r>
          </a:p>
          <a:p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Line Height (</a:t>
            </a:r>
            <a:r>
              <a:rPr lang="en-US" sz="1600" b="1" i="1">
                <a:solidFill>
                  <a:schemeClr val="accent1"/>
                </a:solidFill>
              </a:rPr>
              <a:t>line-height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Controls the spacing between lines of text.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85546-970E-17F1-CEB8-F855C4C515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Styling Text with CSS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F3BF3-55B5-6A91-7E50-995B869EC60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2525264-59D9-0D3B-2FCD-1764BF949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03935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2E0D-17F4-AEB3-C823-C5D413C1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DFC5-58EE-7C61-5559-E01919262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999" y="1739423"/>
            <a:ext cx="5524499" cy="4569937"/>
          </a:xfrm>
        </p:spPr>
        <p:txBody>
          <a:bodyPr/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Background Color (</a:t>
            </a:r>
            <a:r>
              <a:rPr lang="en-US" sz="1600" b="1" i="1">
                <a:solidFill>
                  <a:schemeClr val="accent1"/>
                </a:solidFill>
              </a:rPr>
              <a:t>background-color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Sets the background color of an element.</a:t>
            </a:r>
          </a:p>
          <a:p>
            <a:r>
              <a:rPr lang="en-US" sz="1600"/>
              <a:t>Enhances contrast and visual appeal.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Background Image (</a:t>
            </a:r>
            <a:r>
              <a:rPr lang="en-US" sz="1600" b="1" i="1">
                <a:solidFill>
                  <a:schemeClr val="accent1"/>
                </a:solidFill>
              </a:rPr>
              <a:t>background-image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Places an image as the background of an element.</a:t>
            </a:r>
          </a:p>
          <a:p>
            <a:r>
              <a:rPr lang="en-US" sz="1600"/>
              <a:t>Use to add visual interest and branding.</a:t>
            </a:r>
          </a:p>
          <a:p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Padding (</a:t>
            </a:r>
            <a:r>
              <a:rPr lang="en-US" sz="1600" b="1" i="1">
                <a:solidFill>
                  <a:schemeClr val="accent1"/>
                </a:solidFill>
              </a:rPr>
              <a:t>padding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Adds space inside an element's border.</a:t>
            </a:r>
          </a:p>
          <a:p>
            <a:r>
              <a:rPr lang="en-US" sz="1600"/>
              <a:t>Creates breathing room around content.</a:t>
            </a:r>
          </a:p>
          <a:p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Margin (</a:t>
            </a:r>
            <a:r>
              <a:rPr lang="en-US" sz="1600" b="1" i="1">
                <a:solidFill>
                  <a:schemeClr val="accent1"/>
                </a:solidFill>
              </a:rPr>
              <a:t>margin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Adds space outside an element's border.</a:t>
            </a:r>
          </a:p>
          <a:p>
            <a:r>
              <a:rPr lang="en-US" sz="1600"/>
              <a:t>Controls spacing between elements.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AB6DF-D6F1-E2C4-0F6E-5962E13780C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86500" y="1739423"/>
            <a:ext cx="5524499" cy="4569937"/>
          </a:xfrm>
        </p:spPr>
        <p:txBody>
          <a:bodyPr/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Border (</a:t>
            </a:r>
            <a:r>
              <a:rPr lang="en-US" sz="1600" b="1" i="1">
                <a:solidFill>
                  <a:schemeClr val="accent1"/>
                </a:solidFill>
              </a:rPr>
              <a:t>border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Creates a border around an element.</a:t>
            </a:r>
          </a:p>
          <a:p>
            <a:r>
              <a:rPr lang="en-US" sz="1600"/>
              <a:t>Customize thickness, style, and color.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Width and Height (</a:t>
            </a:r>
            <a:r>
              <a:rPr lang="en-US" sz="1600" b="1" i="1">
                <a:solidFill>
                  <a:schemeClr val="accent1"/>
                </a:solidFill>
              </a:rPr>
              <a:t>width</a:t>
            </a:r>
            <a:r>
              <a:rPr lang="en-US" sz="1600" b="1">
                <a:solidFill>
                  <a:schemeClr val="accent1"/>
                </a:solidFill>
              </a:rPr>
              <a:t> / </a:t>
            </a:r>
            <a:r>
              <a:rPr lang="en-US" sz="1600" b="1" i="1">
                <a:solidFill>
                  <a:schemeClr val="accent1"/>
                </a:solidFill>
              </a:rPr>
              <a:t>height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Defines the dimensions of an element.</a:t>
            </a:r>
          </a:p>
          <a:p>
            <a:r>
              <a:rPr lang="en-US" sz="1600"/>
              <a:t>Control layout and alignment.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Display (</a:t>
            </a:r>
            <a:r>
              <a:rPr lang="en-US" sz="1600" b="1" i="1">
                <a:solidFill>
                  <a:schemeClr val="accent1"/>
                </a:solidFill>
              </a:rPr>
              <a:t>display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Determines how elements behave in layout.</a:t>
            </a:r>
          </a:p>
          <a:p>
            <a:r>
              <a:rPr lang="en-US" sz="1600"/>
              <a:t>Values: block, inline, inline-block, flex.</a:t>
            </a:r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Position (</a:t>
            </a:r>
            <a:r>
              <a:rPr lang="en-US" sz="1600" b="1" i="1">
                <a:solidFill>
                  <a:schemeClr val="accent1"/>
                </a:solidFill>
              </a:rPr>
              <a:t>position</a:t>
            </a:r>
            <a:r>
              <a:rPr lang="en-US" sz="1600" b="1">
                <a:solidFill>
                  <a:schemeClr val="accent1"/>
                </a:solidFill>
              </a:rPr>
              <a:t>):</a:t>
            </a:r>
          </a:p>
          <a:p>
            <a:r>
              <a:rPr lang="en-US" sz="1600"/>
              <a:t>Controls element positioning in relation to its parent or the viewport.</a:t>
            </a:r>
          </a:p>
          <a:p>
            <a:r>
              <a:rPr lang="en-US" sz="1600"/>
              <a:t>Values: relative, absolute, fixed, static.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85546-970E-17F1-CEB8-F855C4C515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Styling Areas with CSS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F3BF3-55B5-6A91-7E50-995B869EC60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919D0E5-A2D7-86A1-9B46-AAFF004C1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7321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F8350-D145-AB1A-72F2-2A9FFB5F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84A1-C6BD-D119-DB4A-656AE016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F4062-9BA2-92E7-AD59-18E9FDF708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683948"/>
            <a:ext cx="9258590" cy="4362706"/>
          </a:xfrm>
        </p:spPr>
        <p:txBody>
          <a:bodyPr/>
          <a:lstStyle/>
          <a:p>
            <a:r>
              <a:rPr lang="en-US" dirty="0"/>
              <a:t>To better address certain elements in the HTML, classes and IDs are used.</a:t>
            </a:r>
          </a:p>
          <a:p>
            <a:r>
              <a:rPr lang="en-US" dirty="0"/>
              <a:t>These can be referenced in CSS like .[</a:t>
            </a:r>
            <a:r>
              <a:rPr lang="en-US" dirty="0" err="1"/>
              <a:t>class_name</a:t>
            </a:r>
            <a:r>
              <a:rPr lang="en-US" dirty="0"/>
              <a:t>] or #[id_name].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Defining Classes:</a:t>
            </a:r>
          </a:p>
          <a:p>
            <a:r>
              <a:rPr lang="en-US" dirty="0"/>
              <a:t>A class is created as an attribute of an HTML tag.</a:t>
            </a:r>
          </a:p>
          <a:p>
            <a:r>
              <a:rPr lang="en-US" dirty="0"/>
              <a:t>Example: &lt;p class=“annotation”&gt;</a:t>
            </a:r>
          </a:p>
          <a:p>
            <a:r>
              <a:rPr lang="en-US" dirty="0"/>
              <a:t>Elements can have multiple classes. They are separated using a space.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Defining IDs:</a:t>
            </a:r>
          </a:p>
          <a:p>
            <a:r>
              <a:rPr lang="en-US" dirty="0"/>
              <a:t>If you want to uniquely address only one element, you can use IDs.</a:t>
            </a:r>
          </a:p>
          <a:p>
            <a:r>
              <a:rPr lang="en-US" dirty="0"/>
              <a:t>ID’s have to be unique and cannot be reused.</a:t>
            </a:r>
          </a:p>
          <a:p>
            <a:r>
              <a:rPr lang="en-US" dirty="0"/>
              <a:t>Example: &lt;p id=“</a:t>
            </a:r>
            <a:r>
              <a:rPr lang="en-US" dirty="0" err="1"/>
              <a:t>unique_text</a:t>
            </a:r>
            <a:r>
              <a:rPr lang="en-US" dirty="0"/>
              <a:t>”&gt;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2844D-08E9-BFF7-A7F8-8FBEF8274B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Classes &amp; IDs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3D8D3-0344-3D54-7587-A46021725D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5B95EE4-6071-8110-0F07-7FBF228AB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1205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DAF0-5DAF-657D-FC9E-C114FED5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2DD1-E1AC-77BE-2E05-5FEA3871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BB93-1F95-D0C8-EF25-5B423A0E4BF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9258590" cy="4362706"/>
          </a:xfrm>
        </p:spPr>
        <p:txBody>
          <a:bodyPr/>
          <a:lstStyle/>
          <a:p>
            <a:r>
              <a:rPr lang="en-US" dirty="0"/>
              <a:t>Here is an example of how these can be used: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DE046-9025-8FF1-7337-2C7B27054D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Classes &amp; IDs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EEF18-9584-0D08-D003-1C0C3445F4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83AB4-E4F0-A056-8A34-6356465A1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2314420"/>
            <a:ext cx="5331690" cy="769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A9A3C-0D0E-804F-2200-58170A826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81068"/>
            <a:ext cx="4994876" cy="1614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E9565E-D97D-85A4-AFE9-56828AC69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267400"/>
            <a:ext cx="5331690" cy="235616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2EE13-5FF9-18FF-D8A1-C71CAD28E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65118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E97B4-0696-5B5C-68D1-F2237A8E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A83D-8193-2090-DAD7-D196F7ED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2E12-C7DD-D94C-D44A-7F9AB353F1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669989"/>
            <a:ext cx="9258590" cy="4362706"/>
          </a:xfrm>
        </p:spPr>
        <p:txBody>
          <a:bodyPr/>
          <a:lstStyle/>
          <a:p>
            <a:r>
              <a:rPr lang="en-US" dirty="0"/>
              <a:t>To further enhance the way of addressing certain groups of elements (for example a small box won a website), div-Containers are used in HTML.</a:t>
            </a:r>
          </a:p>
          <a:p>
            <a:r>
              <a:rPr lang="en-US" dirty="0"/>
              <a:t>These are used to group elements together without having a tag-specific functionality.</a:t>
            </a:r>
          </a:p>
          <a:p>
            <a:r>
              <a:rPr lang="en-US" dirty="0"/>
              <a:t>Address them using the &lt;div&gt; tag. Everything you want to include in this container will fit between the opening and closing tag.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Example: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F78DB-8325-B845-16E1-6E135F6B4E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Div-Containers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BC6AB-EDCC-45F6-CD3C-7AF3CF67FC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FB65B-96B7-C364-FD6F-A4F6EB52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474759"/>
            <a:ext cx="5028618" cy="1621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317B78-445E-AD19-851C-39686B22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579" y="4740999"/>
            <a:ext cx="5173419" cy="110026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9D0D7AA-D0EC-26BC-01A0-D106AD31A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31368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16A2-81AA-0D84-C902-708A7F8E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BF9E-DC23-940F-4A19-F38D6A9B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66139-AA44-958F-77F6-F02706D608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669989"/>
            <a:ext cx="9258590" cy="436270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Multiple classes at once:</a:t>
            </a:r>
          </a:p>
          <a:p>
            <a:r>
              <a:rPr lang="en-US" dirty="0"/>
              <a:t>You can reference multiple CSS Selectors at once to apply styling to more than one class. </a:t>
            </a:r>
          </a:p>
          <a:p>
            <a:r>
              <a:rPr lang="en-US" dirty="0"/>
              <a:t>Syntax: h1, h2 { content 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Certain class elements:</a:t>
            </a:r>
          </a:p>
          <a:p>
            <a:r>
              <a:rPr lang="en-US" dirty="0"/>
              <a:t>You can also address only certain elements in a class. If for example, you want only the &lt;p&gt;-tags of your class to have a certain color, but not the &lt;h3&gt;-tags of that class. </a:t>
            </a:r>
          </a:p>
          <a:p>
            <a:r>
              <a:rPr lang="en-US" dirty="0"/>
              <a:t>Syntax: [tag].[</a:t>
            </a:r>
            <a:r>
              <a:rPr lang="en-US" dirty="0" err="1"/>
              <a:t>class_name</a:t>
            </a:r>
            <a:r>
              <a:rPr lang="en-US" dirty="0"/>
              <a:t>] { content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are many more ways to specify selectors. Some of them are listed on the following slide.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8F93F-6233-950B-0551-65C56C2BD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Specifying CSS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D4995-7DD6-D164-4EB8-FA666A8064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C6E337-A0F8-EF9A-648A-3565FA4D8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3451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A8940D-13DE-E37C-87F1-B11A2E23E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4943" y="-1"/>
            <a:ext cx="4306138" cy="6309361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9DB382-BED5-DAD1-EC45-99DCB360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9" y="381000"/>
            <a:ext cx="5334000" cy="2667000"/>
          </a:xfrm>
        </p:spPr>
        <p:txBody>
          <a:bodyPr anchor="b">
            <a:normAutofit/>
          </a:bodyPr>
          <a:lstStyle/>
          <a:p>
            <a:r>
              <a:rPr lang="en-US"/>
              <a:t>CSS Selectors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6B6AA-1CBD-A03C-6A97-D5D3769DA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80047" y="3264586"/>
            <a:ext cx="5330952" cy="3047313"/>
          </a:xfrm>
        </p:spPr>
        <p:txBody>
          <a:bodyPr>
            <a:normAutofit/>
          </a:bodyPr>
          <a:lstStyle/>
          <a:p>
            <a:r>
              <a:rPr lang="en-US"/>
              <a:t>Chaining of CSS Selectors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DEFA5-18C5-2EB8-E98C-44CA69838F3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1F90F471-3972-4120-B8B3-0237DE626C3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89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CF7D-728F-AFDD-EB5C-6B51D5B4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2C86-75B4-0B6F-86FA-5AB7A891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F8064-7585-BBFB-32A6-A318FFE508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669989"/>
            <a:ext cx="9258590" cy="4362706"/>
          </a:xfrm>
        </p:spPr>
        <p:txBody>
          <a:bodyPr/>
          <a:lstStyle/>
          <a:p>
            <a:r>
              <a:rPr lang="en-US" dirty="0"/>
              <a:t>Here is an example of some specified selectors: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50909-8E3B-1529-DFDC-F712FEFD7E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Specifying CSS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4A9DD-8676-7427-05FE-6FA19205F9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AEFCF5-CB7A-2B21-DDF7-015219CF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8" y="3200358"/>
            <a:ext cx="4302683" cy="2521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7A7CBB-5D1E-6347-EF93-FEDCAD39E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2143315"/>
            <a:ext cx="6139815" cy="9209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9503B9-96A7-AE5D-C56D-EC9A5A80A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64" y="2143315"/>
            <a:ext cx="3944606" cy="1987652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E22DAB-BA7F-524E-CA91-877A07CC6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32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29093-3B0A-162E-DED4-5C288353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C2D22-0563-3050-962A-AE0C71CF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06027-BDB1-25E0-F280-544B82AD5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Exercise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E6162-58FD-6D09-A732-4D87EE5EA5E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Task:</a:t>
            </a:r>
          </a:p>
          <a:p>
            <a:r>
              <a:rPr lang="en-US" dirty="0"/>
              <a:t>Add styling to your profile page.</a:t>
            </a:r>
          </a:p>
          <a:p>
            <a:r>
              <a:rPr lang="en-US" dirty="0"/>
              <a:t>Style your header in a different way than your main section and your footer.</a:t>
            </a:r>
          </a:p>
          <a:p>
            <a:r>
              <a:rPr lang="en-US" dirty="0"/>
              <a:t>Use classes and div-Containers to further classify your elements.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D475E-54B2-578E-F261-2635ED69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BFD2925-51A4-FA1E-58A6-C7BF62819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6596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2C7B-4A7C-B0CE-433E-A4FB1C3D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1C80-76F2-B72A-3DE9-B5AAEB50BB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5847919" cy="4362706"/>
          </a:xfrm>
        </p:spPr>
        <p:txBody>
          <a:bodyPr/>
          <a:lstStyle/>
          <a:p>
            <a:r>
              <a:rPr lang="en-US" sz="1800"/>
              <a:t>The box model represents how elements are structured in CSS.</a:t>
            </a:r>
          </a:p>
          <a:p>
            <a:r>
              <a:rPr lang="en-US" sz="1800"/>
              <a:t>Elements structured with content, padding, border, and margin.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Content</a:t>
            </a:r>
            <a:r>
              <a:rPr lang="en-US" sz="1800"/>
              <a:t>: Element's actual content area.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Padding</a:t>
            </a:r>
            <a:r>
              <a:rPr lang="en-US" sz="1800"/>
              <a:t>: Space between content and border.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Border</a:t>
            </a:r>
            <a:r>
              <a:rPr lang="en-US" sz="1800"/>
              <a:t>: Surrounds padding and content.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Margin</a:t>
            </a:r>
            <a:r>
              <a:rPr lang="en-US" sz="1800"/>
              <a:t>: Space outside the border.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</a:rPr>
              <a:t>Visualizing the Model</a:t>
            </a:r>
            <a:r>
              <a:rPr lang="en-US" sz="1800"/>
              <a:t>: Imagine nesting boxes.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9C89C-C3FE-7FDF-E248-EDDCC49E6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Box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6F233-5D76-E68A-49A6-867EC5678A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32628E-A2ED-092D-92C8-3CEAACC26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8983" y="1949194"/>
            <a:ext cx="3272016" cy="193374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.box {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width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200px;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height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150px;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padding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20px;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border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2px solid black;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  </a:t>
            </a:r>
            <a:r>
              <a:rPr lang="en-US" sz="1400" b="1">
                <a:solidFill>
                  <a:schemeClr val="accent4"/>
                </a:solidFill>
                <a:latin typeface="Courier New" pitchFamily="49" charset="0"/>
                <a:ea typeface="SimSun" pitchFamily="2" charset="-122"/>
              </a:rPr>
              <a:t>margin</a:t>
            </a: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: 10px;</a:t>
            </a: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}</a:t>
            </a:r>
          </a:p>
        </p:txBody>
      </p:sp>
      <p:pic>
        <p:nvPicPr>
          <p:cNvPr id="1026" name="Picture 2" descr="Learn CSS Box Model and its Properties with Examples">
            <a:extLst>
              <a:ext uri="{FF2B5EF4-FFF2-40B4-BE49-F238E27FC236}">
                <a16:creationId xmlns:a16="http://schemas.microsoft.com/office/drawing/2014/main" id="{7D7BA73C-EEEA-0AF3-E910-A99C61B9F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7" t="4247" r="2997" b="4304"/>
          <a:stretch/>
        </p:blipFill>
        <p:spPr bwMode="auto">
          <a:xfrm>
            <a:off x="8538983" y="4063235"/>
            <a:ext cx="3272016" cy="2252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3BD4DA9-4C76-F55E-7471-CD9BBD53F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35616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26F-CFDC-7D14-01BD-AD5ACF7F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CSS Grid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1F828-5BA4-B6B9-3B29-F991BD575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A grid-based layout system for Web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E680-241B-C9E5-1F60-2840BF5AF0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4B8C-7043-6619-BE93-747628677D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1" y="1949194"/>
            <a:ext cx="7697344" cy="4362706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Two-Dimensional Layout: </a:t>
            </a:r>
            <a:r>
              <a:rPr lang="en-US" sz="1800">
                <a:sym typeface="Wingdings" panose="05000000000000000000" pitchFamily="2" charset="2"/>
              </a:rPr>
              <a:t>Manages both rows and columns.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Container-Based:</a:t>
            </a:r>
            <a:r>
              <a:rPr lang="en-US" sz="1800">
                <a:sym typeface="Wingdings" panose="05000000000000000000" pitchFamily="2" charset="2"/>
              </a:rPr>
              <a:t> Uses a grid container to define the grid.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Flexibility: </a:t>
            </a:r>
            <a:r>
              <a:rPr lang="en-US" sz="1800">
                <a:sym typeface="Wingdings" panose="05000000000000000000" pitchFamily="2" charset="2"/>
              </a:rPr>
              <a:t>Allows easy size and placement adjustments for elements.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Responsive Design: </a:t>
            </a:r>
            <a:r>
              <a:rPr lang="en-US" sz="1800">
                <a:sym typeface="Wingdings" panose="05000000000000000000" pitchFamily="2" charset="2"/>
              </a:rPr>
              <a:t>Adaptable for different screen sizes.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Placement Control: </a:t>
            </a:r>
            <a:r>
              <a:rPr lang="en-US" sz="1800">
                <a:sym typeface="Wingdings" panose="05000000000000000000" pitchFamily="2" charset="2"/>
              </a:rPr>
              <a:t>Precise control over the position of grid items.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Area Definition: </a:t>
            </a:r>
            <a:r>
              <a:rPr lang="en-US" sz="1800">
                <a:sym typeface="Wingdings" panose="05000000000000000000" pitchFamily="2" charset="2"/>
              </a:rPr>
              <a:t>Enables named areas in the grid for easy assignment.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Gap Management: </a:t>
            </a:r>
            <a:r>
              <a:rPr lang="en-US" sz="1800">
                <a:sym typeface="Wingdings" panose="05000000000000000000" pitchFamily="2" charset="2"/>
              </a:rPr>
              <a:t>Defines spaces between rows and columns.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Compatibility: </a:t>
            </a:r>
            <a:r>
              <a:rPr lang="en-US" sz="1800">
                <a:sym typeface="Wingdings" panose="05000000000000000000" pitchFamily="2" charset="2"/>
              </a:rPr>
              <a:t>Broadly supported in modern browsers.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Replaces Traditional Layouts: </a:t>
            </a:r>
            <a:r>
              <a:rPr lang="en-US" sz="1800">
                <a:sym typeface="Wingdings" panose="05000000000000000000" pitchFamily="2" charset="2"/>
              </a:rPr>
              <a:t>Reduces the need for floats and positioning.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706A44-60CB-FB6C-B020-74445CE98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8346" y="588397"/>
            <a:ext cx="3732653" cy="590162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228600" indent="-228600" defTabSz="228600">
              <a:spcAft>
                <a:spcPts val="600"/>
              </a:spcAft>
            </a:pPr>
            <a:r>
              <a:rPr lang="de-DE" sz="1400" b="1">
                <a:cs typeface="Arial"/>
              </a:rPr>
              <a:t>.grid-container {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Application of the CSS </a:t>
            </a:r>
            <a:b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inline grid layout, </a:t>
            </a:r>
            <a:b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adapts to the content --&gt;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4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400" b="1">
                <a:cs typeface="Arial"/>
              </a:rPr>
              <a:t> 	display: inline-grid;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Application of the CSS </a:t>
            </a:r>
            <a:b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inline grid layout, </a:t>
            </a:r>
            <a:b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adapts to the content --&gt;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4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400" b="1">
                <a:cs typeface="Arial"/>
              </a:rPr>
              <a:t> 	display: inline-grid;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4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Creation of a grid layout with three equally sized columns--&gt;</a:t>
            </a:r>
          </a:p>
          <a:p>
            <a:pPr marL="228600" indent="-228600" defTabSz="228600">
              <a:spcAft>
                <a:spcPts val="600"/>
              </a:spcAft>
            </a:pPr>
            <a:endParaRPr lang="en-US" sz="1400" b="1">
              <a:solidFill>
                <a:schemeClr val="accent4">
                  <a:lumMod val="60000"/>
                  <a:lumOff val="40000"/>
                </a:schemeClr>
              </a:solidFill>
              <a:latin typeface="Courier New" pitchFamily="49" charset="0"/>
              <a:ea typeface="SimSun" pitchFamily="2" charset="-122"/>
            </a:endParaRPr>
          </a:p>
          <a:p>
            <a:pPr marL="228600" indent="-228600" defTabSz="228600">
              <a:spcAft>
                <a:spcPts val="600"/>
              </a:spcAft>
            </a:pPr>
            <a:br>
              <a:rPr lang="de-DE" sz="1400" b="1">
                <a:cs typeface="Arial"/>
              </a:rPr>
            </a:br>
            <a:r>
              <a:rPr lang="de-DE" sz="1400" b="1">
                <a:cs typeface="Arial"/>
              </a:rPr>
              <a:t>grid-template-columns: auto auto auto;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Size and columns manually customizable--&gt;</a:t>
            </a:r>
            <a:endParaRPr lang="de-DE" sz="1400" b="1">
              <a:cs typeface="Arial"/>
            </a:endParaRPr>
          </a:p>
          <a:p>
            <a:pPr marL="530225" indent="-530225">
              <a:lnSpc>
                <a:spcPct val="100000"/>
              </a:lnSpc>
              <a:spcBef>
                <a:spcPts val="400"/>
              </a:spcBef>
              <a:buClr>
                <a:srgbClr val="66AA44"/>
              </a:buClr>
              <a:buSzPct val="95000"/>
              <a:buFont typeface="Wingdings 3" pitchFamily="18" charset="2"/>
              <a:buNone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tx1"/>
                </a:solidFill>
                <a:latin typeface="Courier New" pitchFamily="49" charset="0"/>
                <a:ea typeface="SimSun" pitchFamily="2" charset="-122"/>
              </a:rPr>
              <a:t>}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70439D-BA59-0040-29B9-E3972F059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68712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26F-CFDC-7D14-01BD-AD5ACF7F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CSS Grid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1F828-5BA4-B6B9-3B29-F991BD575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A grid-based layout system for Web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E680-241B-C9E5-1F60-2840BF5AF0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EA7C-2084-0D38-9ED7-B9AE83C9C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858" y="1869945"/>
            <a:ext cx="3732653" cy="45408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endParaRPr lang="en-US" sz="1400" b="1">
              <a:solidFill>
                <a:schemeClr val="accent4">
                  <a:lumMod val="60000"/>
                  <a:lumOff val="40000"/>
                </a:schemeClr>
              </a:solidFill>
              <a:latin typeface="Courier New"/>
              <a:ea typeface="SimSun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B09DC-3BAF-15CC-7E87-11FB9156185B}"/>
              </a:ext>
            </a:extLst>
          </p:cNvPr>
          <p:cNvSpPr txBox="1"/>
          <p:nvPr/>
        </p:nvSpPr>
        <p:spPr>
          <a:xfrm>
            <a:off x="7562191" y="2552313"/>
            <a:ext cx="3169920" cy="2631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&lt;div class="grid-container"&gt;</a:t>
            </a:r>
            <a:endParaRPr lang="en-US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1&lt;/div&gt;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2&lt;/div&gt;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3&lt;/div&gt;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4&lt;/div&gt;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5&lt;/div&gt;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6&lt;/div&gt;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7&lt;/div&gt;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8&lt;/div&gt;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9&lt;/div&gt;</a:t>
            </a:r>
            <a:endParaRPr lang="de-DE" sz="1100">
              <a:cs typeface="Arial"/>
            </a:endParaRPr>
          </a:p>
          <a:p>
            <a:pPr marL="228600" indent="-228600" algn="l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&lt;/div&gt;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3BD60-1CF6-096A-13CF-2306A5C73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215036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1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0CACC4-1903-4FB2-F9D8-7E8E0C0BE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593" y="215036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BFBEA-3A16-4EF5-3160-707BB3239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985" y="215036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973DCB-1F4B-7A7B-7E93-4D35E4577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343052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31FCF-3C0A-468A-8C38-DEED9FDF8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593" y="343052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6BF287-C4C8-F696-5693-FF760E95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985" y="343052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D3E94E-35C4-5AA5-D32D-1D877A6EB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471068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C91775-7A42-5957-24B3-CDCDF9D74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593" y="471068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E3EBC1-A1F2-EF6A-8978-87545F41E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985" y="4692393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9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899012-5F4F-1BCE-9502-B68101C13447}"/>
              </a:ext>
            </a:extLst>
          </p:cNvPr>
          <p:cNvCxnSpPr>
            <a:cxnSpLocks/>
          </p:cNvCxnSpPr>
          <p:nvPr/>
        </p:nvCxnSpPr>
        <p:spPr>
          <a:xfrm>
            <a:off x="5328686" y="1869945"/>
            <a:ext cx="2503849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FF9525-9FDF-3A59-A41C-74197D1EE4C4}"/>
              </a:ext>
            </a:extLst>
          </p:cNvPr>
          <p:cNvSpPr txBox="1"/>
          <p:nvPr/>
        </p:nvSpPr>
        <p:spPr>
          <a:xfrm>
            <a:off x="7832535" y="1718021"/>
            <a:ext cx="1558456" cy="3244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de-DE" sz="2000" b="1" noProof="0"/>
              <a:t>HTML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29DC9F-CC86-C9D3-EB32-0BCE0B836686}"/>
              </a:ext>
            </a:extLst>
          </p:cNvPr>
          <p:cNvCxnSpPr>
            <a:cxnSpLocks/>
          </p:cNvCxnSpPr>
          <p:nvPr/>
        </p:nvCxnSpPr>
        <p:spPr>
          <a:xfrm>
            <a:off x="3453730" y="1869945"/>
            <a:ext cx="2503849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CCA347-67F7-FD36-44EF-02F35D6D4706}"/>
              </a:ext>
            </a:extLst>
          </p:cNvPr>
          <p:cNvSpPr txBox="1"/>
          <p:nvPr/>
        </p:nvSpPr>
        <p:spPr>
          <a:xfrm>
            <a:off x="1858594" y="1718021"/>
            <a:ext cx="1558456" cy="3244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de-DE" sz="2000" b="1"/>
              <a:t>CSS</a:t>
            </a:r>
            <a:endParaRPr lang="de-DE" sz="2000" b="1" noProof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6DFAE0-463F-749A-53DB-FF9E619F6147}"/>
              </a:ext>
            </a:extLst>
          </p:cNvPr>
          <p:cNvCxnSpPr>
            <a:cxnSpLocks/>
          </p:cNvCxnSpPr>
          <p:nvPr/>
        </p:nvCxnSpPr>
        <p:spPr>
          <a:xfrm>
            <a:off x="3522428" y="3310456"/>
            <a:ext cx="270430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16AA6E-BF67-F04E-59A1-744B4F719AE3}"/>
              </a:ext>
            </a:extLst>
          </p:cNvPr>
          <p:cNvSpPr txBox="1"/>
          <p:nvPr/>
        </p:nvSpPr>
        <p:spPr>
          <a:xfrm>
            <a:off x="554831" y="2503193"/>
            <a:ext cx="3387280" cy="3062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.grid-container {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Application of CSS Grid Layout,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  uses full size-&gt;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 	display: grid;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Creation of a grid layout with three equally sized columns--&gt;</a:t>
            </a:r>
          </a:p>
          <a:p>
            <a:pPr marL="228600" indent="-228600" defTabSz="228600">
              <a:spcAft>
                <a:spcPts val="600"/>
              </a:spcAft>
            </a:pPr>
            <a:br>
              <a:rPr lang="de-DE" sz="1100" b="1">
                <a:cs typeface="Arial"/>
              </a:rPr>
            </a:br>
            <a:r>
              <a:rPr lang="de-DE" sz="1100" b="1">
                <a:cs typeface="Arial"/>
              </a:rPr>
              <a:t>grid-template-columns: auto auto auto;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Size and columns manually customizable--&gt;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}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8F6C99-7C3E-1F88-0414-29C0041D4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31880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26F-CFDC-7D14-01BD-AD5ACF7F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CSS Grid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1F828-5BA4-B6B9-3B29-F991BD575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A grid-based layout system for Web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E680-241B-C9E5-1F60-2840BF5AF0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EA7C-2084-0D38-9ED7-B9AE83C9C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858" y="1869945"/>
            <a:ext cx="3732653" cy="45408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endParaRPr lang="en-US" sz="1400" b="1">
              <a:solidFill>
                <a:schemeClr val="accent4">
                  <a:lumMod val="60000"/>
                  <a:lumOff val="40000"/>
                </a:schemeClr>
              </a:solidFill>
              <a:latin typeface="Courier New"/>
              <a:ea typeface="SimSun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B09DC-3BAF-15CC-7E87-11FB9156185B}"/>
              </a:ext>
            </a:extLst>
          </p:cNvPr>
          <p:cNvSpPr txBox="1"/>
          <p:nvPr/>
        </p:nvSpPr>
        <p:spPr>
          <a:xfrm>
            <a:off x="7562191" y="2552313"/>
            <a:ext cx="3169920" cy="2631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&lt;div class="grid-container"&gt;</a:t>
            </a:r>
            <a:endParaRPr lang="en-US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1&lt;/div&gt;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2&lt;/div&gt;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3&lt;/div&gt;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4&lt;/div&gt;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5&lt;/div&gt;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6&lt;/div&gt;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7&lt;/div&gt;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8&lt;/div&gt;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</a:t>
            </a:r>
            <a:r>
              <a:rPr lang="de-DE" sz="1100" b="1" err="1">
                <a:cs typeface="Arial"/>
              </a:rPr>
              <a:t>class</a:t>
            </a:r>
            <a:r>
              <a:rPr lang="de-DE" sz="1100" b="1">
                <a:cs typeface="Arial"/>
              </a:rPr>
              <a:t>="</a:t>
            </a:r>
            <a:r>
              <a:rPr lang="de-DE" sz="1100" b="1" err="1">
                <a:cs typeface="Arial"/>
              </a:rPr>
              <a:t>grid</a:t>
            </a:r>
            <a:r>
              <a:rPr lang="de-DE" sz="1100" b="1">
                <a:cs typeface="Arial"/>
              </a:rPr>
              <a:t>-item"&gt;Box 9&lt;/div&gt;</a:t>
            </a:r>
            <a:endParaRPr lang="de-DE" sz="1100">
              <a:cs typeface="Arial"/>
            </a:endParaRPr>
          </a:p>
          <a:p>
            <a:pPr marL="228600" indent="-228600" algn="l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&lt;/div&gt;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3BD60-1CF6-096A-13CF-2306A5C73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2150361"/>
            <a:ext cx="76536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1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0CACC4-1903-4FB2-F9D8-7E8E0C0BE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836" y="2150361"/>
            <a:ext cx="765362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BFBEA-3A16-4EF5-3160-707BB3239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5472" y="2147319"/>
            <a:ext cx="76536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899012-5F4F-1BCE-9502-B68101C13447}"/>
              </a:ext>
            </a:extLst>
          </p:cNvPr>
          <p:cNvCxnSpPr>
            <a:cxnSpLocks/>
          </p:cNvCxnSpPr>
          <p:nvPr/>
        </p:nvCxnSpPr>
        <p:spPr>
          <a:xfrm>
            <a:off x="5328686" y="1869945"/>
            <a:ext cx="2503849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FF9525-9FDF-3A59-A41C-74197D1EE4C4}"/>
              </a:ext>
            </a:extLst>
          </p:cNvPr>
          <p:cNvSpPr txBox="1"/>
          <p:nvPr/>
        </p:nvSpPr>
        <p:spPr>
          <a:xfrm>
            <a:off x="7832535" y="1718021"/>
            <a:ext cx="1558456" cy="3244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de-DE" sz="2000" b="1" noProof="0"/>
              <a:t>HTML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29DC9F-CC86-C9D3-EB32-0BCE0B836686}"/>
              </a:ext>
            </a:extLst>
          </p:cNvPr>
          <p:cNvCxnSpPr>
            <a:cxnSpLocks/>
          </p:cNvCxnSpPr>
          <p:nvPr/>
        </p:nvCxnSpPr>
        <p:spPr>
          <a:xfrm>
            <a:off x="3453730" y="1869945"/>
            <a:ext cx="2503849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CCA347-67F7-FD36-44EF-02F35D6D4706}"/>
              </a:ext>
            </a:extLst>
          </p:cNvPr>
          <p:cNvSpPr txBox="1"/>
          <p:nvPr/>
        </p:nvSpPr>
        <p:spPr>
          <a:xfrm>
            <a:off x="1858594" y="1718021"/>
            <a:ext cx="1558456" cy="3244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de-DE" sz="2000" b="1"/>
              <a:t>CSS</a:t>
            </a:r>
            <a:endParaRPr lang="de-DE" sz="2000" b="1" noProof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6DFAE0-463F-749A-53DB-FF9E619F6147}"/>
              </a:ext>
            </a:extLst>
          </p:cNvPr>
          <p:cNvCxnSpPr>
            <a:cxnSpLocks/>
          </p:cNvCxnSpPr>
          <p:nvPr/>
        </p:nvCxnSpPr>
        <p:spPr>
          <a:xfrm>
            <a:off x="3522428" y="3986318"/>
            <a:ext cx="270430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16AA6E-BF67-F04E-59A1-744B4F719AE3}"/>
              </a:ext>
            </a:extLst>
          </p:cNvPr>
          <p:cNvSpPr txBox="1"/>
          <p:nvPr/>
        </p:nvSpPr>
        <p:spPr>
          <a:xfrm>
            <a:off x="516204" y="2621481"/>
            <a:ext cx="3323370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.grid-container {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Application of the CSS 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inline grid layout, 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adapts to the content --&gt;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 	display: inline-grid;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Creation of a grid layout with three equally sized columns--&gt;</a:t>
            </a:r>
          </a:p>
          <a:p>
            <a:pPr marL="228600" indent="-228600" defTabSz="228600">
              <a:spcAft>
                <a:spcPts val="600"/>
              </a:spcAft>
            </a:pPr>
            <a:br>
              <a:rPr lang="de-DE" sz="1100" b="1">
                <a:cs typeface="Arial"/>
              </a:rPr>
            </a:br>
            <a:r>
              <a:rPr lang="de-DE" sz="1100" b="1">
                <a:cs typeface="Arial"/>
              </a:rPr>
              <a:t>grid-template-columns: auto auto auto;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Size and columns manually customizable--&gt;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}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FF53E2-E997-751F-97E8-BE99B4C25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3393442"/>
            <a:ext cx="76536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4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AEF98F-E5E3-F072-B795-EF95967FE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836" y="3393442"/>
            <a:ext cx="765362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BB72E2-0359-13DF-11EF-3B9BEFF0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5472" y="3390400"/>
            <a:ext cx="76536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B68399-4EDD-E9CE-D9F9-815036DD8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254" y="4638549"/>
            <a:ext cx="76536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7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BBFE6D-A167-472C-A94D-92A0F9B83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89" y="4638549"/>
            <a:ext cx="765362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5E93E5-08F9-8E5E-4757-B8318FE7D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525" y="4635507"/>
            <a:ext cx="76536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9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8748A61-C5B1-42C4-0199-6F00DA1EC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32239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26F-CFDC-7D14-01BD-AD5ACF7F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CSS Grid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1F828-5BA4-B6B9-3B29-F991BD575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A grid-based layout system for Web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E680-241B-C9E5-1F60-2840BF5AF0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EA7C-2084-0D38-9ED7-B9AE83C9C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858" y="1869945"/>
            <a:ext cx="3732653" cy="45408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endParaRPr lang="en-US" sz="1400" b="1">
              <a:solidFill>
                <a:schemeClr val="accent4">
                  <a:lumMod val="60000"/>
                  <a:lumOff val="40000"/>
                </a:schemeClr>
              </a:solidFill>
              <a:latin typeface="Courier New"/>
              <a:ea typeface="SimSun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B09DC-3BAF-15CC-7E87-11FB9156185B}"/>
              </a:ext>
            </a:extLst>
          </p:cNvPr>
          <p:cNvSpPr txBox="1"/>
          <p:nvPr/>
        </p:nvSpPr>
        <p:spPr>
          <a:xfrm>
            <a:off x="7562191" y="2552313"/>
            <a:ext cx="3169920" cy="16466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&lt;div class="grid-container"&gt;</a:t>
            </a:r>
            <a:endParaRPr lang="en-US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class=„box-1"&gt;Box 1&lt;/div&gt;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class=„box-2"&gt;Box 2&lt;/div&gt;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class=„box-3"&gt;Box 3&lt;/div&gt;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class=„box-4"&gt;Box 4&lt;/div&gt;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&lt;div class=„box-5"&gt;Box 5&lt;/div&gt;</a:t>
            </a:r>
            <a:endParaRPr lang="de-DE" sz="1100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de-DE" sz="1100" b="1">
                <a:cs typeface="Arial"/>
              </a:rPr>
              <a:t>  &lt;/div&gt;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3BD60-1CF6-096A-13CF-2306A5C73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2150361"/>
            <a:ext cx="3561965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1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31FCF-3C0A-468A-8C38-DEED9FDF8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593" y="343052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6BF287-C4C8-F696-5693-FF760E95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985" y="3430521"/>
            <a:ext cx="1099181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D3E94E-35C4-5AA5-D32D-1D877A6EB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01" y="3429001"/>
            <a:ext cx="1099181" cy="2378272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C91775-7A42-5957-24B3-CDCDF9D74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592" y="4710681"/>
            <a:ext cx="2330573" cy="1096591"/>
          </a:xfrm>
          <a:prstGeom prst="rect">
            <a:avLst/>
          </a:prstGeom>
          <a:solidFill>
            <a:schemeClr val="accent1"/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360" tIns="44280" rIns="90360" bIns="44280" anchor="ctr"/>
          <a:lstStyle/>
          <a:p>
            <a:pPr marL="530225" indent="-530225" algn="ctr">
              <a:spcBef>
                <a:spcPts val="400"/>
              </a:spcBef>
              <a:buFont typeface="Wingdings 3" pitchFamily="18" charset="2"/>
              <a:tabLst>
                <a:tab pos="530225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329863" algn="l"/>
                <a:tab pos="10779125" algn="l"/>
              </a:tabLst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/>
                <a:ea typeface="SimSun"/>
                <a:cs typeface="Courier New"/>
              </a:rPr>
              <a:t>Box 5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899012-5F4F-1BCE-9502-B68101C13447}"/>
              </a:ext>
            </a:extLst>
          </p:cNvPr>
          <p:cNvCxnSpPr>
            <a:cxnSpLocks/>
          </p:cNvCxnSpPr>
          <p:nvPr/>
        </p:nvCxnSpPr>
        <p:spPr>
          <a:xfrm>
            <a:off x="5328686" y="1869945"/>
            <a:ext cx="2503849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FF9525-9FDF-3A59-A41C-74197D1EE4C4}"/>
              </a:ext>
            </a:extLst>
          </p:cNvPr>
          <p:cNvSpPr txBox="1"/>
          <p:nvPr/>
        </p:nvSpPr>
        <p:spPr>
          <a:xfrm>
            <a:off x="7832535" y="1718021"/>
            <a:ext cx="1558456" cy="3244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de-DE" sz="2000" b="1" noProof="0"/>
              <a:t>HTML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29DC9F-CC86-C9D3-EB32-0BCE0B836686}"/>
              </a:ext>
            </a:extLst>
          </p:cNvPr>
          <p:cNvCxnSpPr>
            <a:cxnSpLocks/>
          </p:cNvCxnSpPr>
          <p:nvPr/>
        </p:nvCxnSpPr>
        <p:spPr>
          <a:xfrm>
            <a:off x="3453730" y="1869945"/>
            <a:ext cx="2503849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CCA347-67F7-FD36-44EF-02F35D6D4706}"/>
              </a:ext>
            </a:extLst>
          </p:cNvPr>
          <p:cNvSpPr txBox="1"/>
          <p:nvPr/>
        </p:nvSpPr>
        <p:spPr>
          <a:xfrm>
            <a:off x="1858594" y="1718021"/>
            <a:ext cx="1558456" cy="3244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de-DE" sz="2000" b="1"/>
              <a:t>CSS</a:t>
            </a:r>
            <a:endParaRPr lang="de-DE" sz="2000" b="1" noProof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6DFAE0-463F-749A-53DB-FF9E619F6147}"/>
              </a:ext>
            </a:extLst>
          </p:cNvPr>
          <p:cNvCxnSpPr>
            <a:cxnSpLocks/>
          </p:cNvCxnSpPr>
          <p:nvPr/>
        </p:nvCxnSpPr>
        <p:spPr>
          <a:xfrm>
            <a:off x="3522428" y="3310456"/>
            <a:ext cx="270430" cy="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16AA6E-BF67-F04E-59A1-744B4F719AE3}"/>
              </a:ext>
            </a:extLst>
          </p:cNvPr>
          <p:cNvSpPr txBox="1"/>
          <p:nvPr/>
        </p:nvSpPr>
        <p:spPr>
          <a:xfrm>
            <a:off x="689482" y="1718021"/>
            <a:ext cx="3387280" cy="53707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228600">
              <a:spcAft>
                <a:spcPts val="600"/>
              </a:spcAft>
            </a:pPr>
            <a:r>
              <a:rPr lang="de-DE" sz="1000" b="1">
                <a:cs typeface="Arial"/>
              </a:rPr>
              <a:t>.grid-container {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9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Application of CSS Grid Layout,</a:t>
            </a:r>
            <a:br>
              <a:rPr lang="en-US" sz="9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9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  uses full size-&gt;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de-DE" sz="900" b="1">
                <a:cs typeface="Arial"/>
              </a:rPr>
              <a:t>	display: grid;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Defines named areas 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  within the grid -&gt;</a:t>
            </a:r>
          </a:p>
          <a:p>
            <a:pPr marL="228600" indent="-228600" defTabSz="228600">
              <a:spcAft>
                <a:spcPts val="600"/>
              </a:spcAft>
            </a:pPr>
            <a:br>
              <a:rPr lang="de-DE" sz="1100" b="1">
                <a:cs typeface="Arial"/>
              </a:rPr>
            </a:br>
            <a:r>
              <a:rPr lang="en-US" sz="1100" b="1">
                <a:cs typeface="Arial"/>
              </a:rPr>
              <a:t>grid-template-areas: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    ‘item1 </a:t>
            </a:r>
            <a:r>
              <a:rPr lang="en-US" sz="1100" b="1" err="1">
                <a:cs typeface="Arial"/>
              </a:rPr>
              <a:t>item1</a:t>
            </a:r>
            <a:r>
              <a:rPr lang="en-US" sz="1100" b="1">
                <a:cs typeface="Arial"/>
              </a:rPr>
              <a:t> </a:t>
            </a:r>
            <a:r>
              <a:rPr lang="en-US" sz="1100" b="1" err="1">
                <a:cs typeface="Arial"/>
              </a:rPr>
              <a:t>item1</a:t>
            </a:r>
            <a:r>
              <a:rPr lang="en-US" sz="1100" b="1">
                <a:cs typeface="Arial"/>
              </a:rPr>
              <a:t>'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    ‘item2 item3 item4'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    ‘item2 item5 </a:t>
            </a:r>
            <a:r>
              <a:rPr lang="en-US" sz="1100" b="1" err="1">
                <a:cs typeface="Arial"/>
              </a:rPr>
              <a:t>item5</a:t>
            </a:r>
            <a:r>
              <a:rPr lang="en-US" sz="1100" b="1">
                <a:cs typeface="Arial"/>
              </a:rPr>
              <a:t>’;</a:t>
            </a:r>
          </a:p>
          <a:p>
            <a:pPr marL="228600" indent="-228600" defTabSz="228600">
              <a:spcAft>
                <a:spcPts val="600"/>
              </a:spcAft>
            </a:pPr>
            <a:endParaRPr lang="en-US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&lt;!–- Assigns the classes to 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the grid areas, 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for example to link </a:t>
            </a:r>
            <a:b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</a:br>
            <a:r>
              <a:rPr lang="en-US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itchFamily="49" charset="0"/>
                <a:ea typeface="SimSun" pitchFamily="2" charset="-122"/>
              </a:rPr>
              <a:t>box-1 with item1. -&gt;</a:t>
            </a:r>
            <a:endParaRPr lang="en-US" sz="1100" b="1">
              <a:cs typeface="Arial"/>
            </a:endParaRP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.box-1 { grid-area: item1; }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.box-2 { grid-area: item2; }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.box-3 { grid-area: item3; }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.box-4 { grid-area: item4; }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en-US" sz="1100" b="1">
                <a:cs typeface="Arial"/>
              </a:rPr>
              <a:t>.box-5 { grid-area: item5; }</a:t>
            </a:r>
          </a:p>
          <a:p>
            <a:pPr marL="228600" indent="-228600" defTabSz="228600">
              <a:spcAft>
                <a:spcPts val="600"/>
              </a:spcAft>
            </a:pPr>
            <a:r>
              <a:rPr lang="de-DE" sz="1000" b="1">
                <a:cs typeface="Arial"/>
              </a:rPr>
              <a:t>}</a:t>
            </a:r>
          </a:p>
          <a:p>
            <a:pPr marL="228600" indent="-228600" defTabSz="228600">
              <a:spcAft>
                <a:spcPts val="600"/>
              </a:spcAft>
            </a:pPr>
            <a:endParaRPr lang="de-DE" sz="1100" b="1">
              <a:cs typeface="Arial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095DBD0-A5B2-523E-DA06-4C8007920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544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Flexbox Froggy">
            <a:extLst>
              <a:ext uri="{FF2B5EF4-FFF2-40B4-BE49-F238E27FC236}">
                <a16:creationId xmlns:a16="http://schemas.microsoft.com/office/drawing/2014/main" id="{3E9A21CF-6282-5F27-1854-E7305DBB420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2177166" y="1002030"/>
            <a:ext cx="7031769" cy="52503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45326F-CFDC-7D14-01BD-AD5ACF7F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CSS Flexbox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1F828-5BA4-B6B9-3B29-F991BD575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Task: Play the game </a:t>
            </a:r>
            <a:r>
              <a:rPr lang="en-US" dirty="0" err="1"/>
              <a:t>Flexboxfroggy</a:t>
            </a:r>
            <a:r>
              <a:rPr lang="en-US" dirty="0"/>
              <a:t> (</a:t>
            </a:r>
            <a:r>
              <a:rPr lang="en-US" dirty="0">
                <a:hlinkClick r:id="rId4"/>
              </a:rPr>
              <a:t>https://flexboxfroggy.com/#de</a:t>
            </a:r>
            <a:r>
              <a:rPr lang="en-US" dirty="0"/>
              <a:t>)</a:t>
            </a:r>
          </a:p>
          <a:p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4E680-241B-C9E5-1F60-2840BF5AF0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A03AC7A-07A9-5573-E0DA-99D925FDB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7880416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Starter_Pack_Graphik_210303_Fixed_Accessibility.potx" id="{5533E145-E600-4444-BC3D-5102D2EEDB31}" vid="{383380C5-E3D1-4977-8974-3F092EA624F2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5E5F85084CF84E88F1B5B2450040AA" ma:contentTypeVersion="9" ma:contentTypeDescription="Create a new document." ma:contentTypeScope="" ma:versionID="7c245c7e14688b657aacb132c52a8056">
  <xsd:schema xmlns:xsd="http://www.w3.org/2001/XMLSchema" xmlns:xs="http://www.w3.org/2001/XMLSchema" xmlns:p="http://schemas.microsoft.com/office/2006/metadata/properties" xmlns:ns2="4708fc54-d7b9-4c3e-a109-d8cada65259f" xmlns:ns3="3f6a0b88-0d61-4879-bb5a-bc2313d289d3" targetNamespace="http://schemas.microsoft.com/office/2006/metadata/properties" ma:root="true" ma:fieldsID="ee493cc72f1ed0acc604b50dfb7e283b" ns2:_="" ns3:_="">
    <xsd:import namespace="4708fc54-d7b9-4c3e-a109-d8cada65259f"/>
    <xsd:import namespace="3f6a0b88-0d61-4879-bb5a-bc2313d289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8fc54-d7b9-4c3e-a109-d8cada652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6a0b88-0d61-4879-bb5a-bc2313d289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4f9042-b954-4d85-98b7-d177ac58782a}" ma:internalName="TaxCatchAll" ma:showField="CatchAllData" ma:web="3f6a0b88-0d61-4879-bb5a-bc2313d289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6a0b88-0d61-4879-bb5a-bc2313d289d3" xsi:nil="true"/>
    <lcf76f155ced4ddcb4097134ff3c332f xmlns="4708fc54-d7b9-4c3e-a109-d8cada65259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BF43028-6DE6-4787-A5A6-704F08E8912A}"/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Acc_PPT_IMP_Starter-Pack_Graphik_Fixed-Accessibility_20210309</Template>
  <TotalTime>0</TotalTime>
  <Words>4135</Words>
  <Application>Microsoft Office PowerPoint</Application>
  <PresentationFormat>Widescreen</PresentationFormat>
  <Paragraphs>669</Paragraphs>
  <Slides>40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-apple-system</vt:lpstr>
      <vt:lpstr>Arial</vt:lpstr>
      <vt:lpstr>Calibri</vt:lpstr>
      <vt:lpstr>Courier New</vt:lpstr>
      <vt:lpstr>Graphik</vt:lpstr>
      <vt:lpstr>GT Sectra Fine Rg</vt:lpstr>
      <vt:lpstr>Palatino Linotype</vt:lpstr>
      <vt:lpstr>System Font</vt:lpstr>
      <vt:lpstr>Wingdings</vt:lpstr>
      <vt:lpstr>Wingdings 3</vt:lpstr>
      <vt:lpstr>Accenture 2020</vt:lpstr>
      <vt:lpstr>HTML &amp; CSS</vt:lpstr>
      <vt:lpstr>What are HTML and CSS?</vt:lpstr>
      <vt:lpstr>HTML</vt:lpstr>
      <vt:lpstr>Hypertext Markup Language</vt:lpstr>
      <vt:lpstr>Hypertext Markup Language</vt:lpstr>
      <vt:lpstr>Tags</vt:lpstr>
      <vt:lpstr>Tags</vt:lpstr>
      <vt:lpstr>Tags</vt:lpstr>
      <vt:lpstr>Practice</vt:lpstr>
      <vt:lpstr>Hypertext Markup Language</vt:lpstr>
      <vt:lpstr>Tags</vt:lpstr>
      <vt:lpstr>Tags</vt:lpstr>
      <vt:lpstr>Tags</vt:lpstr>
      <vt:lpstr>Tags</vt:lpstr>
      <vt:lpstr>Tags</vt:lpstr>
      <vt:lpstr>Tags</vt:lpstr>
      <vt:lpstr>Practice</vt:lpstr>
      <vt:lpstr>Tags</vt:lpstr>
      <vt:lpstr>Tags</vt:lpstr>
      <vt:lpstr>Practice</vt:lpstr>
      <vt:lpstr>CSS</vt:lpstr>
      <vt:lpstr>Cascading Style Sheets</vt:lpstr>
      <vt:lpstr>Cascading Style Sheets</vt:lpstr>
      <vt:lpstr>Cascading Style Sheets</vt:lpstr>
      <vt:lpstr>Cascading Style Sheets</vt:lpstr>
      <vt:lpstr>Cascading Style Sheets</vt:lpstr>
      <vt:lpstr>Cascading Style Sheets</vt:lpstr>
      <vt:lpstr>Cascading Style Sheets</vt:lpstr>
      <vt:lpstr>Cascading Style Sheets</vt:lpstr>
      <vt:lpstr>Cascading Style Sheets</vt:lpstr>
      <vt:lpstr>Cascading Style Sheets</vt:lpstr>
      <vt:lpstr>CSS Selectors</vt:lpstr>
      <vt:lpstr>Cascading Style Sheets</vt:lpstr>
      <vt:lpstr>Practice</vt:lpstr>
      <vt:lpstr>Cascading Style Sheets</vt:lpstr>
      <vt:lpstr>CSS Grid</vt:lpstr>
      <vt:lpstr>CSS Grid</vt:lpstr>
      <vt:lpstr>CSS Grid</vt:lpstr>
      <vt:lpstr>CSS Grid</vt:lpstr>
      <vt:lpstr>CSS Flexbox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Accenture  PPT Starter Pack</dc:title>
  <dc:subject>Accenture PowerPoint Template 16x9 Arial</dc:subject>
  <dc:creator>Blut, Hannes</dc:creator>
  <cp:lastModifiedBy>Mai, Benjamin</cp:lastModifiedBy>
  <cp:revision>2</cp:revision>
  <cp:lastPrinted>2020-11-17T04:05:48Z</cp:lastPrinted>
  <dcterms:created xsi:type="dcterms:W3CDTF">2021-04-13T18:52:04Z</dcterms:created>
  <dcterms:modified xsi:type="dcterms:W3CDTF">2026-09-16T18:22:29Z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0x0101006D5E5F85084CF84E88F1B5B2450040AA</vt:lpwstr>
  </property>
</Properties>
</file>